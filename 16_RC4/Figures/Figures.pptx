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73" r:id="rId4"/>
    <p:sldId id="257" r:id="rId5"/>
    <p:sldId id="258" r:id="rId6"/>
    <p:sldId id="259" r:id="rId7"/>
    <p:sldId id="260" r:id="rId8"/>
    <p:sldId id="274" r:id="rId9"/>
    <p:sldId id="262" r:id="rId10"/>
    <p:sldId id="272" r:id="rId11"/>
    <p:sldId id="261" r:id="rId12"/>
    <p:sldId id="271" r:id="rId13"/>
    <p:sldId id="269" r:id="rId14"/>
    <p:sldId id="270" r:id="rId15"/>
    <p:sldId id="263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99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B47D2-DC99-4023-8FAB-B1A01B8BED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E27B1-7D19-4D3E-BA9F-563B97DD4C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27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E27B1-7D19-4D3E-BA9F-563B97DD4C0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454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E27B1-7D19-4D3E-BA9F-563B97DD4C0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9385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5997E-8A1C-61F3-DFBE-51A36790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7DDB711-471B-65AD-65D1-D7FE54EC6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442185-98D2-9FB4-7DC6-D57CE3F2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97D6EC-C4CB-C855-AB84-60B8D1C79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E27B1-7D19-4D3E-BA9F-563B97DD4C0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27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A2100-C676-CB59-F0D4-DDFA6C3E7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0478A0-7876-16F9-B5E1-A93C8754A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03F4D0-0E29-C759-B773-5923B065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B34A7F-6E02-EE21-AB66-959586AD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078FEA-22F9-39D4-A75B-15ED1611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10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31789-A881-21DF-F768-41DE4215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9B904D-76C8-63EF-4030-65504778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8D787B-CD1F-C9CB-CCD3-56449920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7E0013-FB61-929E-AA42-FEC751BE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6C036C-D2BF-D064-953C-42EDAA40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35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52EAD9-13E2-EB7E-FCD3-1AF68EE2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0C32D1-5206-ECA0-FDBE-1BA3995F9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9D99DE-7F61-2715-6B9A-21EC3DDE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A5EC0E-96DB-5BE3-A16A-F0838839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CD20F8-E76C-18A7-79ED-8BCD807D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42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4EAB7B-1CBB-2615-65CB-A8B3A291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297B14-9615-64C9-AEE3-7B90CE05F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5AA50D-91C8-15C1-6D71-C4C4FF6B9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F4B93A-7DAC-3167-9EC5-5C366C22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19490C-CFEF-317B-ABE3-91624F9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675D8E-0794-D3A9-8C8F-0EBEF314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420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84011-D88D-99F4-E350-99706DA0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13DC47-50D2-5969-3E49-BFCADF101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74D865-0419-722C-818D-2B897B76F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F47B59-3B46-B397-4335-7FCC4FD2C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EC3DC4-F61D-2502-DAA7-F460B7ABB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3D1EB6-E3A0-6C68-F90E-7D9D63BF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81AB3A-423A-CFBF-1298-A32035EC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549E60-108E-7211-C32E-AD67124A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4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EDD42-DB08-997C-DB2C-7BAF11F5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834040-62F2-ED4C-1C9E-826BDEC0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FDDBC9A-8643-D5CF-C2EB-9BF7EB08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1CD2AB-E0CB-BD26-8B32-FEB22961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A50BC0-8C11-D434-CD23-5C937A74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ABE458-DDD7-22EE-F337-25CA45D8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E490E2-5127-98C7-4B7A-172AFBB6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21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FCCA7-FD7D-87D9-A512-84B1E93C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F663DF-5442-A2E5-83D4-99B1EC16F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6B7356-7EFE-F9FF-9909-D9619048A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B794CE-25FB-C8AC-A0C3-218831F2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934E45-6EC3-0C62-F1EC-7BAD3FB3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A03DE2-B5D6-3ECA-0B30-E223865D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5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4887D-41FD-9764-7B42-DE3ECCD66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85086F-850C-8AC9-F129-020B675CC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2D88C6-61DC-DFE5-C1A6-3F99C2059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A9B683-4DF2-9F8A-CB4A-1778F6C3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F704F2-1745-A6FF-F982-8726A18C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5B1E50-03F0-D000-BC5C-2A800487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36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71F62-D4A5-9A6E-C5F1-38677953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679A00-A72F-10C0-DC23-0EFEDD89B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78C28F-75A6-C9F0-2A88-9C195F96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3C0647-A9B7-16E2-26D6-42F974A4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0147DE-9D3B-7BB8-D48D-587EE145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6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736EF8E-12A9-96DF-59F6-7E0FEA6C8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CD8085-B5EF-2D60-EF48-4621DA513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F4A050-C98C-F38A-CDCB-FFEBE3B3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ABEEC1-A054-EB6C-DC60-0383E9A4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35C99-EFBA-08FB-77E1-14FED79C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44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7B0DCC2-7597-E02D-AD1B-42D74BDB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A05CCB-32D7-9C69-BC87-7DD72BC3D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E4C8BB-5DF1-4481-63CC-467130494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25551-6D9B-4F56-8A53-B2612FCF8466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420281-8561-857F-8502-5E87DCCAD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CD3315-4602-D08A-63A8-064ADA0AD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D7DB7-EFF1-46F9-9C84-B04C9F64A7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283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8" Type="http://schemas.openxmlformats.org/officeDocument/2006/relationships/image" Target="../media/image35.png"/><Relationship Id="rId3" Type="http://schemas.openxmlformats.org/officeDocument/2006/relationships/image" Target="../media/image300.png"/><Relationship Id="rId21" Type="http://schemas.openxmlformats.org/officeDocument/2006/relationships/image" Target="../media/image44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48.png"/><Relationship Id="rId2" Type="http://schemas.openxmlformats.org/officeDocument/2006/relationships/image" Target="../media/image290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24" Type="http://schemas.openxmlformats.org/officeDocument/2006/relationships/image" Target="../media/image47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23" Type="http://schemas.openxmlformats.org/officeDocument/2006/relationships/image" Target="../media/image46.png"/><Relationship Id="rId10" Type="http://schemas.openxmlformats.org/officeDocument/2006/relationships/image" Target="../media/image36.png"/><Relationship Id="rId19" Type="http://schemas.openxmlformats.org/officeDocument/2006/relationships/image" Target="../media/image39.png"/><Relationship Id="rId4" Type="http://schemas.openxmlformats.org/officeDocument/2006/relationships/image" Target="../media/image31.png"/><Relationship Id="rId14" Type="http://schemas.openxmlformats.org/officeDocument/2006/relationships/image" Target="../media/image40.png"/><Relationship Id="rId22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90.png"/><Relationship Id="rId3" Type="http://schemas.openxmlformats.org/officeDocument/2006/relationships/image" Target="../media/image300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90.png"/><Relationship Id="rId16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0.png"/><Relationship Id="rId1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806C310-CECC-D298-6093-2428EBEBC7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t="21819" r="26407" b="4935"/>
          <a:stretch/>
        </p:blipFill>
        <p:spPr>
          <a:xfrm>
            <a:off x="5686934" y="2674917"/>
            <a:ext cx="1711393" cy="15081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5D827E-8EBC-6F16-EFAC-E90F6CC08043}"/>
              </a:ext>
            </a:extLst>
          </p:cNvPr>
          <p:cNvSpPr/>
          <p:nvPr/>
        </p:nvSpPr>
        <p:spPr>
          <a:xfrm>
            <a:off x="5686933" y="2674917"/>
            <a:ext cx="1694815" cy="1508165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AB0761-EE86-51B5-9BE6-06089110C934}"/>
              </a:ext>
            </a:extLst>
          </p:cNvPr>
          <p:cNvSpPr/>
          <p:nvPr/>
        </p:nvSpPr>
        <p:spPr>
          <a:xfrm>
            <a:off x="4452415" y="3670465"/>
            <a:ext cx="395400" cy="560253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54B2446-3A12-E9AD-869D-E1B0F874C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74" b="96623" l="8772" r="95965">
                        <a14:foregroundMark x1="86491" y1="91777" x2="86491" y2="91777"/>
                        <a14:foregroundMark x1="82456" y1="85756" x2="82456" y2="85756"/>
                        <a14:foregroundMark x1="84737" y1="86197" x2="84737" y2="86197"/>
                        <a14:foregroundMark x1="90877" y1="93098" x2="90877" y2="93098"/>
                        <a14:foregroundMark x1="96140" y1="91777" x2="96140" y2="91777"/>
                        <a14:foregroundMark x1="84912" y1="97063" x2="84912" y2="97063"/>
                        <a14:foregroundMark x1="48421" y1="86637" x2="48421" y2="86637"/>
                        <a14:foregroundMark x1="14211" y1="41263" x2="14211" y2="41263"/>
                        <a14:foregroundMark x1="14211" y1="41263" x2="14211" y2="41263"/>
                        <a14:foregroundMark x1="8947" y1="80470" x2="8947" y2="80470"/>
                        <a14:foregroundMark x1="15965" y1="8664" x2="15965" y2="8664"/>
                        <a14:foregroundMark x1="82982" y1="5874" x2="82982" y2="5874"/>
                        <a14:foregroundMark x1="34561" y1="23495" x2="34561" y2="23495"/>
                        <a14:foregroundMark x1="21053" y1="24229" x2="21053" y2="24229"/>
                        <a14:foregroundMark x1="22456" y1="24670" x2="44035" y2="42878"/>
                        <a14:foregroundMark x1="44035" y1="42878" x2="55263" y2="38473"/>
                        <a14:backgroundMark x1="14561" y1="39501" x2="14561" y2="39501"/>
                        <a14:backgroundMark x1="15088" y1="40382" x2="15088" y2="40382"/>
                        <a14:backgroundMark x1="14035" y1="60206" x2="14035" y2="60206"/>
                        <a14:backgroundMark x1="14035" y1="60206" x2="14035" y2="60206"/>
                        <a14:backgroundMark x1="13509" y1="61527" x2="13509" y2="61527"/>
                        <a14:backgroundMark x1="15088" y1="32452" x2="15088" y2="324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4710" y="2158067"/>
            <a:ext cx="1694815" cy="2025015"/>
          </a:xfrm>
          <a:prstGeom prst="rect">
            <a:avLst/>
          </a:prstGeom>
        </p:spPr>
      </p:pic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A591C10E-7BCE-BF89-C212-2A320D743F16}"/>
              </a:ext>
            </a:extLst>
          </p:cNvPr>
          <p:cNvSpPr/>
          <p:nvPr/>
        </p:nvSpPr>
        <p:spPr>
          <a:xfrm>
            <a:off x="4847167" y="2586558"/>
            <a:ext cx="838200" cy="1054110"/>
          </a:xfrm>
          <a:custGeom>
            <a:avLst/>
            <a:gdLst>
              <a:gd name="connsiteX0" fmla="*/ 838200 w 838200"/>
              <a:gd name="connsiteY0" fmla="*/ 179939 h 1149373"/>
              <a:gd name="connsiteX1" fmla="*/ 558800 w 838200"/>
              <a:gd name="connsiteY1" fmla="*/ 74106 h 1149373"/>
              <a:gd name="connsiteX2" fmla="*/ 0 w 838200"/>
              <a:gd name="connsiteY2" fmla="*/ 1149373 h 1149373"/>
              <a:gd name="connsiteX0" fmla="*/ 838200 w 839188"/>
              <a:gd name="connsiteY0" fmla="*/ 174720 h 1144154"/>
              <a:gd name="connsiteX1" fmla="*/ 558800 w 839188"/>
              <a:gd name="connsiteY1" fmla="*/ 68887 h 1144154"/>
              <a:gd name="connsiteX2" fmla="*/ 0 w 839188"/>
              <a:gd name="connsiteY2" fmla="*/ 1144154 h 1144154"/>
              <a:gd name="connsiteX0" fmla="*/ 838200 w 838200"/>
              <a:gd name="connsiteY0" fmla="*/ 173901 h 1143335"/>
              <a:gd name="connsiteX1" fmla="*/ 558800 w 838200"/>
              <a:gd name="connsiteY1" fmla="*/ 68068 h 1143335"/>
              <a:gd name="connsiteX2" fmla="*/ 0 w 838200"/>
              <a:gd name="connsiteY2" fmla="*/ 1143335 h 1143335"/>
              <a:gd name="connsiteX0" fmla="*/ 838200 w 838200"/>
              <a:gd name="connsiteY0" fmla="*/ 38892 h 1008326"/>
              <a:gd name="connsiteX1" fmla="*/ 372533 w 838200"/>
              <a:gd name="connsiteY1" fmla="*/ 216692 h 1008326"/>
              <a:gd name="connsiteX2" fmla="*/ 0 w 838200"/>
              <a:gd name="connsiteY2" fmla="*/ 1008326 h 1008326"/>
              <a:gd name="connsiteX0" fmla="*/ 838200 w 838200"/>
              <a:gd name="connsiteY0" fmla="*/ 77403 h 1046837"/>
              <a:gd name="connsiteX1" fmla="*/ 372533 w 838200"/>
              <a:gd name="connsiteY1" fmla="*/ 255203 h 1046837"/>
              <a:gd name="connsiteX2" fmla="*/ 0 w 838200"/>
              <a:gd name="connsiteY2" fmla="*/ 1046837 h 1046837"/>
              <a:gd name="connsiteX0" fmla="*/ 838200 w 838200"/>
              <a:gd name="connsiteY0" fmla="*/ 77403 h 1046837"/>
              <a:gd name="connsiteX1" fmla="*/ 372533 w 838200"/>
              <a:gd name="connsiteY1" fmla="*/ 255203 h 1046837"/>
              <a:gd name="connsiteX2" fmla="*/ 0 w 838200"/>
              <a:gd name="connsiteY2" fmla="*/ 1046837 h 1046837"/>
              <a:gd name="connsiteX0" fmla="*/ 838200 w 838200"/>
              <a:gd name="connsiteY0" fmla="*/ 82708 h 1052142"/>
              <a:gd name="connsiteX1" fmla="*/ 372533 w 838200"/>
              <a:gd name="connsiteY1" fmla="*/ 260508 h 1052142"/>
              <a:gd name="connsiteX2" fmla="*/ 0 w 838200"/>
              <a:gd name="connsiteY2" fmla="*/ 1052142 h 1052142"/>
              <a:gd name="connsiteX0" fmla="*/ 838200 w 838200"/>
              <a:gd name="connsiteY0" fmla="*/ 82708 h 1052142"/>
              <a:gd name="connsiteX1" fmla="*/ 372533 w 838200"/>
              <a:gd name="connsiteY1" fmla="*/ 260508 h 1052142"/>
              <a:gd name="connsiteX2" fmla="*/ 0 w 838200"/>
              <a:gd name="connsiteY2" fmla="*/ 1052142 h 1052142"/>
              <a:gd name="connsiteX0" fmla="*/ 838200 w 838200"/>
              <a:gd name="connsiteY0" fmla="*/ 80153 h 1049587"/>
              <a:gd name="connsiteX1" fmla="*/ 372533 w 838200"/>
              <a:gd name="connsiteY1" fmla="*/ 257953 h 1049587"/>
              <a:gd name="connsiteX2" fmla="*/ 0 w 838200"/>
              <a:gd name="connsiteY2" fmla="*/ 1049587 h 1049587"/>
              <a:gd name="connsiteX0" fmla="*/ 838200 w 838200"/>
              <a:gd name="connsiteY0" fmla="*/ 0 h 969434"/>
              <a:gd name="connsiteX1" fmla="*/ 0 w 838200"/>
              <a:gd name="connsiteY1" fmla="*/ 969434 h 969434"/>
              <a:gd name="connsiteX0" fmla="*/ 838200 w 838200"/>
              <a:gd name="connsiteY0" fmla="*/ 80309 h 1049743"/>
              <a:gd name="connsiteX1" fmla="*/ 0 w 838200"/>
              <a:gd name="connsiteY1" fmla="*/ 1049743 h 1049743"/>
              <a:gd name="connsiteX0" fmla="*/ 838200 w 838200"/>
              <a:gd name="connsiteY0" fmla="*/ 84676 h 1054110"/>
              <a:gd name="connsiteX1" fmla="*/ 0 w 838200"/>
              <a:gd name="connsiteY1" fmla="*/ 1054110 h 105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8200" h="1054110">
                <a:moveTo>
                  <a:pt x="838200" y="84676"/>
                </a:moveTo>
                <a:cubicBezTo>
                  <a:pt x="537633" y="-286445"/>
                  <a:pt x="80433" y="658998"/>
                  <a:pt x="0" y="1054110"/>
                </a:cubicBezTo>
              </a:path>
            </a:pathLst>
          </a:custGeom>
          <a:ln w="28575">
            <a:solidFill>
              <a:srgbClr val="C00000"/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DE36F-0BFD-5709-5C7A-F920DF2BE9BE}"/>
              </a:ext>
            </a:extLst>
          </p:cNvPr>
          <p:cNvSpPr/>
          <p:nvPr/>
        </p:nvSpPr>
        <p:spPr>
          <a:xfrm>
            <a:off x="6354233" y="3831167"/>
            <a:ext cx="271582" cy="281018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887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A3B7E3-4A5B-A8ED-640C-1D8021600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15" y="0"/>
            <a:ext cx="900336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B18EB48-A973-35A6-0469-960D2E3A6559}"/>
              </a:ext>
            </a:extLst>
          </p:cNvPr>
          <p:cNvSpPr/>
          <p:nvPr/>
        </p:nvSpPr>
        <p:spPr>
          <a:xfrm>
            <a:off x="1611086" y="685800"/>
            <a:ext cx="4484914" cy="3037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419EAF-1123-F32A-6DB0-BCE2B484EAF2}"/>
              </a:ext>
            </a:extLst>
          </p:cNvPr>
          <p:cNvSpPr/>
          <p:nvPr/>
        </p:nvSpPr>
        <p:spPr>
          <a:xfrm>
            <a:off x="6095999" y="685799"/>
            <a:ext cx="4484914" cy="303711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BD4BB-123B-1937-A27E-0884D2E05CA7}"/>
              </a:ext>
            </a:extLst>
          </p:cNvPr>
          <p:cNvSpPr/>
          <p:nvPr/>
        </p:nvSpPr>
        <p:spPr>
          <a:xfrm>
            <a:off x="1619472" y="3722915"/>
            <a:ext cx="4484914" cy="313508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E9166-240C-C5BF-CAEA-1875A102A0FA}"/>
              </a:ext>
            </a:extLst>
          </p:cNvPr>
          <p:cNvSpPr/>
          <p:nvPr/>
        </p:nvSpPr>
        <p:spPr>
          <a:xfrm>
            <a:off x="6104385" y="3722914"/>
            <a:ext cx="4484914" cy="313508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B6CA09-21FB-4444-60CF-54609392CDF2}"/>
              </a:ext>
            </a:extLst>
          </p:cNvPr>
          <p:cNvSpPr/>
          <p:nvPr/>
        </p:nvSpPr>
        <p:spPr>
          <a:xfrm>
            <a:off x="2002972" y="1066801"/>
            <a:ext cx="870856" cy="8708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HG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149FC31-0154-967B-A252-695A7D037CE5}"/>
              </a:ext>
            </a:extLst>
          </p:cNvPr>
          <p:cNvSpPr/>
          <p:nvPr/>
        </p:nvSpPr>
        <p:spPr>
          <a:xfrm>
            <a:off x="6504656" y="1066801"/>
            <a:ext cx="870856" cy="8708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C000"/>
                </a:solidFill>
              </a:rPr>
              <a:t>HD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604D4B2-E224-1F12-5D8A-B9639733B662}"/>
              </a:ext>
            </a:extLst>
          </p:cNvPr>
          <p:cNvSpPr/>
          <p:nvPr/>
        </p:nvSpPr>
        <p:spPr>
          <a:xfrm>
            <a:off x="2002972" y="4180113"/>
            <a:ext cx="870856" cy="8708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B050"/>
                </a:solidFill>
              </a:rPr>
              <a:t>BG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BDF5A01-2488-5307-E3B1-4F64F3CD655D}"/>
              </a:ext>
            </a:extLst>
          </p:cNvPr>
          <p:cNvSpPr/>
          <p:nvPr/>
        </p:nvSpPr>
        <p:spPr>
          <a:xfrm>
            <a:off x="6504656" y="4180113"/>
            <a:ext cx="870856" cy="8708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B0F0"/>
                </a:solidFill>
              </a:rPr>
              <a:t>BD</a:t>
            </a:r>
            <a:endParaRPr lang="fr-FR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5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B465-4090-E9C8-8911-0771B5F3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25C6692-DBDE-802D-670D-3E4F1012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15" y="0"/>
            <a:ext cx="900336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B7B7A4-4529-7E78-8B7B-FA56002563CC}"/>
              </a:ext>
            </a:extLst>
          </p:cNvPr>
          <p:cNvSpPr/>
          <p:nvPr/>
        </p:nvSpPr>
        <p:spPr>
          <a:xfrm>
            <a:off x="1611086" y="685800"/>
            <a:ext cx="4484914" cy="3037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2B80542-AB99-2F57-D88F-05C4DEDD0C8B}"/>
              </a:ext>
            </a:extLst>
          </p:cNvPr>
          <p:cNvSpPr/>
          <p:nvPr/>
        </p:nvSpPr>
        <p:spPr>
          <a:xfrm>
            <a:off x="2002972" y="1066801"/>
            <a:ext cx="870856" cy="87085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HG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61FC5A-2114-EE52-E497-9B8AAA443786}"/>
              </a:ext>
            </a:extLst>
          </p:cNvPr>
          <p:cNvSpPr/>
          <p:nvPr/>
        </p:nvSpPr>
        <p:spPr>
          <a:xfrm>
            <a:off x="5760720" y="685800"/>
            <a:ext cx="335280" cy="33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26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8447386-1BAF-0DA3-7108-D708FBAC9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886" y="968839"/>
            <a:ext cx="5094972" cy="39000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46F518-0F18-6DE7-67AF-8BC346B66567}"/>
              </a:ext>
            </a:extLst>
          </p:cNvPr>
          <p:cNvSpPr/>
          <p:nvPr/>
        </p:nvSpPr>
        <p:spPr>
          <a:xfrm>
            <a:off x="3519102" y="1390182"/>
            <a:ext cx="506798" cy="245534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D8E2237-A569-FC91-0C28-84C7541270B6}"/>
              </a:ext>
            </a:extLst>
          </p:cNvPr>
          <p:cNvSpPr/>
          <p:nvPr/>
        </p:nvSpPr>
        <p:spPr>
          <a:xfrm>
            <a:off x="3649734" y="1734017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892E7-1A05-1894-925C-6A7129B332E2}"/>
              </a:ext>
            </a:extLst>
          </p:cNvPr>
          <p:cNvSpPr/>
          <p:nvPr/>
        </p:nvSpPr>
        <p:spPr>
          <a:xfrm>
            <a:off x="4056735" y="1394882"/>
            <a:ext cx="506798" cy="245534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F6F214A-558A-4D76-D72A-630BAEF7E1A3}"/>
              </a:ext>
            </a:extLst>
          </p:cNvPr>
          <p:cNvSpPr/>
          <p:nvPr/>
        </p:nvSpPr>
        <p:spPr>
          <a:xfrm>
            <a:off x="4187367" y="1734017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9607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C77CF48-0FB4-00AE-38ED-592A8B1BF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895" y="1088258"/>
            <a:ext cx="5105410" cy="23439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5932BF-C6B2-13E8-E06A-A6C5E38AED24}"/>
              </a:ext>
            </a:extLst>
          </p:cNvPr>
          <p:cNvSpPr/>
          <p:nvPr/>
        </p:nvSpPr>
        <p:spPr>
          <a:xfrm>
            <a:off x="6425285" y="1852082"/>
            <a:ext cx="275553" cy="187856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EA3D38C-F8E6-18B9-0795-6A15C7EACEA1}"/>
              </a:ext>
            </a:extLst>
          </p:cNvPr>
          <p:cNvSpPr/>
          <p:nvPr/>
        </p:nvSpPr>
        <p:spPr>
          <a:xfrm>
            <a:off x="6440294" y="1543517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8E8226C-583A-33B1-426D-088637C6663A}"/>
              </a:ext>
            </a:extLst>
          </p:cNvPr>
          <p:cNvSpPr/>
          <p:nvPr/>
        </p:nvSpPr>
        <p:spPr>
          <a:xfrm>
            <a:off x="5348094" y="1797314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150CE5-C3AB-C640-D705-0DAD1AC5C25C}"/>
              </a:ext>
            </a:extLst>
          </p:cNvPr>
          <p:cNvSpPr/>
          <p:nvPr/>
        </p:nvSpPr>
        <p:spPr>
          <a:xfrm>
            <a:off x="5002885" y="2035176"/>
            <a:ext cx="275553" cy="111124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DCC86E1-41A9-A506-C4F3-DBDD2949675E}"/>
              </a:ext>
            </a:extLst>
          </p:cNvPr>
          <p:cNvSpPr/>
          <p:nvPr/>
        </p:nvSpPr>
        <p:spPr>
          <a:xfrm>
            <a:off x="4450093" y="1729315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528AB9-431F-FDC3-54F3-BD941417BB5E}"/>
              </a:ext>
            </a:extLst>
          </p:cNvPr>
          <p:cNvSpPr/>
          <p:nvPr/>
        </p:nvSpPr>
        <p:spPr>
          <a:xfrm>
            <a:off x="4554728" y="2035175"/>
            <a:ext cx="414147" cy="111124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ADB563-9337-4321-C624-E5AEE59CBFE4}"/>
              </a:ext>
            </a:extLst>
          </p:cNvPr>
          <p:cNvSpPr/>
          <p:nvPr/>
        </p:nvSpPr>
        <p:spPr>
          <a:xfrm>
            <a:off x="3564129" y="1344294"/>
            <a:ext cx="311912" cy="1492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6A4927A-DAAE-2FBF-ECAC-EEC156FD1C7C}"/>
              </a:ext>
            </a:extLst>
          </p:cNvPr>
          <p:cNvSpPr/>
          <p:nvPr/>
        </p:nvSpPr>
        <p:spPr>
          <a:xfrm>
            <a:off x="3964245" y="1297983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1983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2B1CCA-A09F-301F-6AF6-FB0EA90AD38C}"/>
              </a:ext>
            </a:extLst>
          </p:cNvPr>
          <p:cNvSpPr/>
          <p:nvPr/>
        </p:nvSpPr>
        <p:spPr>
          <a:xfrm>
            <a:off x="2498725" y="558800"/>
            <a:ext cx="7197725" cy="5032375"/>
          </a:xfrm>
          <a:prstGeom prst="roundRect">
            <a:avLst>
              <a:gd name="adj" fmla="val 2563"/>
            </a:avLst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0D6686F-2E65-0547-0682-EE5A65661C49}"/>
              </a:ext>
            </a:extLst>
          </p:cNvPr>
          <p:cNvSpPr/>
          <p:nvPr/>
        </p:nvSpPr>
        <p:spPr>
          <a:xfrm>
            <a:off x="9268367" y="444840"/>
            <a:ext cx="540000" cy="540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D0F1C62-4A2A-B666-7502-049C7C25D0A4}"/>
              </a:ext>
            </a:extLst>
          </p:cNvPr>
          <p:cNvGrpSpPr/>
          <p:nvPr/>
        </p:nvGrpSpPr>
        <p:grpSpPr>
          <a:xfrm>
            <a:off x="5520000" y="3595748"/>
            <a:ext cx="1152000" cy="576000"/>
            <a:chOff x="4651128" y="2719448"/>
            <a:chExt cx="1152000" cy="576000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6AC4655F-6AF9-CEA9-D360-4BE585B7518E}"/>
                </a:ext>
              </a:extLst>
            </p:cNvPr>
            <p:cNvSpPr/>
            <p:nvPr/>
          </p:nvSpPr>
          <p:spPr>
            <a:xfrm>
              <a:off x="4651128" y="2719448"/>
              <a:ext cx="1152000" cy="576000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3F9FE0CB-A203-D3AC-9256-36E23700CF14}"/>
                </a:ext>
              </a:extLst>
            </p:cNvPr>
            <p:cNvSpPr/>
            <p:nvPr/>
          </p:nvSpPr>
          <p:spPr>
            <a:xfrm>
              <a:off x="4692650" y="2774949"/>
              <a:ext cx="180000" cy="180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AABBA12-F10A-33FD-B66D-8B4189D2E8AD}"/>
                </a:ext>
              </a:extLst>
            </p:cNvPr>
            <p:cNvSpPr/>
            <p:nvPr/>
          </p:nvSpPr>
          <p:spPr>
            <a:xfrm>
              <a:off x="5584825" y="2774949"/>
              <a:ext cx="180000" cy="180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FD1BADA4-4E32-62A7-02DC-8765E49C54C2}"/>
                </a:ext>
              </a:extLst>
            </p:cNvPr>
            <p:cNvSpPr/>
            <p:nvPr/>
          </p:nvSpPr>
          <p:spPr>
            <a:xfrm>
              <a:off x="4692650" y="3060598"/>
              <a:ext cx="180000" cy="180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D47FC82-642A-421F-461D-8365445C145C}"/>
                </a:ext>
              </a:extLst>
            </p:cNvPr>
            <p:cNvSpPr/>
            <p:nvPr/>
          </p:nvSpPr>
          <p:spPr>
            <a:xfrm>
              <a:off x="5584825" y="3060598"/>
              <a:ext cx="180000" cy="180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llipse 12">
            <a:extLst>
              <a:ext uri="{FF2B5EF4-FFF2-40B4-BE49-F238E27FC236}">
                <a16:creationId xmlns:a16="http://schemas.microsoft.com/office/drawing/2014/main" id="{E1DC1988-7CE7-61C5-7C72-AAB8C51DC889}"/>
              </a:ext>
            </a:extLst>
          </p:cNvPr>
          <p:cNvSpPr/>
          <p:nvPr/>
        </p:nvSpPr>
        <p:spPr>
          <a:xfrm>
            <a:off x="9448367" y="624840"/>
            <a:ext cx="180000" cy="18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2CE7AFC-2F2D-0EFE-962A-3C22AD796645}"/>
              </a:ext>
            </a:extLst>
          </p:cNvPr>
          <p:cNvSpPr/>
          <p:nvPr/>
        </p:nvSpPr>
        <p:spPr>
          <a:xfrm>
            <a:off x="2563633" y="624840"/>
            <a:ext cx="180000" cy="18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45DC53-F25D-5DBC-A452-24C20CEB72B6}"/>
              </a:ext>
            </a:extLst>
          </p:cNvPr>
          <p:cNvSpPr/>
          <p:nvPr/>
        </p:nvSpPr>
        <p:spPr>
          <a:xfrm>
            <a:off x="2563633" y="5332919"/>
            <a:ext cx="180000" cy="18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62F5E2C-76C8-EFBF-D0B2-341EA320E0C4}"/>
              </a:ext>
            </a:extLst>
          </p:cNvPr>
          <p:cNvSpPr/>
          <p:nvPr/>
        </p:nvSpPr>
        <p:spPr>
          <a:xfrm>
            <a:off x="9448367" y="5332919"/>
            <a:ext cx="180000" cy="18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8C5AF5C-3A82-5FDB-D1FB-17A8287446EC}"/>
              </a:ext>
            </a:extLst>
          </p:cNvPr>
          <p:cNvSpPr/>
          <p:nvPr/>
        </p:nvSpPr>
        <p:spPr>
          <a:xfrm>
            <a:off x="2495550" y="558799"/>
            <a:ext cx="7197725" cy="5032375"/>
          </a:xfrm>
          <a:prstGeom prst="roundRect">
            <a:avLst>
              <a:gd name="adj" fmla="val 2563"/>
            </a:avLst>
          </a:prstGeom>
          <a:noFill/>
          <a:ln w="952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0020B901-6D5A-5BF4-A831-7A1BFD63FA63}"/>
              </a:ext>
            </a:extLst>
          </p:cNvPr>
          <p:cNvCxnSpPr>
            <a:cxnSpLocks/>
            <a:stCxn id="13" idx="7"/>
            <a:endCxn id="20" idx="7"/>
          </p:cNvCxnSpPr>
          <p:nvPr/>
        </p:nvCxnSpPr>
        <p:spPr>
          <a:xfrm flipV="1">
            <a:off x="9602007" y="523921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9945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C8E6440E-E176-31CC-576D-58E153CC6153}"/>
              </a:ext>
            </a:extLst>
          </p:cNvPr>
          <p:cNvCxnSpPr>
            <a:cxnSpLocks/>
            <a:stCxn id="26" idx="7"/>
            <a:endCxn id="18" idx="1"/>
          </p:cNvCxnSpPr>
          <p:nvPr/>
        </p:nvCxnSpPr>
        <p:spPr>
          <a:xfrm flipV="1">
            <a:off x="6607337" y="492450"/>
            <a:ext cx="2780558" cy="318515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28480C36-DBD2-57A8-05FD-46ACA9FE3A81}"/>
              </a:ext>
            </a:extLst>
          </p:cNvPr>
          <p:cNvCxnSpPr>
            <a:cxnSpLocks/>
            <a:stCxn id="44" idx="6"/>
            <a:endCxn id="18" idx="0"/>
          </p:cNvCxnSpPr>
          <p:nvPr/>
        </p:nvCxnSpPr>
        <p:spPr>
          <a:xfrm flipV="1">
            <a:off x="6642136" y="413369"/>
            <a:ext cx="2936678" cy="727637"/>
          </a:xfrm>
          <a:prstGeom prst="line">
            <a:avLst/>
          </a:prstGeom>
          <a:ln w="9525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2AA88EBA-C6F2-DB7F-EAAF-6D2D68863C19}"/>
              </a:ext>
            </a:extLst>
          </p:cNvPr>
          <p:cNvGrpSpPr/>
          <p:nvPr/>
        </p:nvGrpSpPr>
        <p:grpSpPr>
          <a:xfrm>
            <a:off x="2360064" y="413369"/>
            <a:ext cx="7488750" cy="5318744"/>
            <a:chOff x="2360064" y="413369"/>
            <a:chExt cx="7488750" cy="5318744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0628F00C-8178-6461-055F-28F39D002EDF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594D3D6-FA6E-F41B-5AC6-7CD3AB3EC3F2}"/>
                </a:ext>
              </a:extLst>
            </p:cNvPr>
            <p:cNvSpPr/>
            <p:nvPr/>
          </p:nvSpPr>
          <p:spPr>
            <a:xfrm>
              <a:off x="930881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3DEF784C-1178-FBDE-FAF1-0333D2934939}"/>
                </a:ext>
              </a:extLst>
            </p:cNvPr>
            <p:cNvSpPr/>
            <p:nvPr/>
          </p:nvSpPr>
          <p:spPr>
            <a:xfrm>
              <a:off x="948881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F634073-D9C2-CE36-DCB7-19059C1AE4EB}"/>
                </a:ext>
              </a:extLst>
            </p:cNvPr>
            <p:cNvSpPr/>
            <p:nvPr/>
          </p:nvSpPr>
          <p:spPr>
            <a:xfrm>
              <a:off x="236006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192714AE-D7F0-E080-049A-CF288D410D95}"/>
                </a:ext>
              </a:extLst>
            </p:cNvPr>
            <p:cNvSpPr/>
            <p:nvPr/>
          </p:nvSpPr>
          <p:spPr>
            <a:xfrm>
              <a:off x="254006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939758F0-26EF-5C18-8F85-AAAF733142AB}"/>
                </a:ext>
              </a:extLst>
            </p:cNvPr>
            <p:cNvSpPr/>
            <p:nvPr/>
          </p:nvSpPr>
          <p:spPr>
            <a:xfrm>
              <a:off x="236006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02D845B1-880D-7B54-7856-2DB9B542D0D9}"/>
                </a:ext>
              </a:extLst>
            </p:cNvPr>
            <p:cNvSpPr/>
            <p:nvPr/>
          </p:nvSpPr>
          <p:spPr>
            <a:xfrm>
              <a:off x="254006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451B307C-1FCF-3EFE-22C2-5A10CAE2857B}"/>
                </a:ext>
              </a:extLst>
            </p:cNvPr>
            <p:cNvSpPr/>
            <p:nvPr/>
          </p:nvSpPr>
          <p:spPr>
            <a:xfrm>
              <a:off x="930881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D2A46BB3-E2FC-7F94-0B6C-1BAA69A27818}"/>
                </a:ext>
              </a:extLst>
            </p:cNvPr>
            <p:cNvSpPr/>
            <p:nvPr/>
          </p:nvSpPr>
          <p:spPr>
            <a:xfrm>
              <a:off x="948881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C3FCF92D-4710-A002-F379-857571DCDCCC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952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71887B04-2067-46D3-699F-3A3B20866B0E}"/>
              </a:ext>
            </a:extLst>
          </p:cNvPr>
          <p:cNvGrpSpPr/>
          <p:nvPr/>
        </p:nvGrpSpPr>
        <p:grpSpPr>
          <a:xfrm>
            <a:off x="5528439" y="995505"/>
            <a:ext cx="1152000" cy="576000"/>
            <a:chOff x="4651128" y="2719448"/>
            <a:chExt cx="1152000" cy="576000"/>
          </a:xfrm>
        </p:grpSpPr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A8880BFF-D082-AF63-BADA-483F80149951}"/>
                </a:ext>
              </a:extLst>
            </p:cNvPr>
            <p:cNvSpPr/>
            <p:nvPr/>
          </p:nvSpPr>
          <p:spPr>
            <a:xfrm>
              <a:off x="4651128" y="2719448"/>
              <a:ext cx="1152000" cy="576000"/>
            </a:xfrm>
            <a:prstGeom prst="roundRect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74356771-F6CB-8F97-682A-3AE8DF7DF1B4}"/>
                </a:ext>
              </a:extLst>
            </p:cNvPr>
            <p:cNvSpPr/>
            <p:nvPr/>
          </p:nvSpPr>
          <p:spPr>
            <a:xfrm>
              <a:off x="4692650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1EB8C60-C6DA-F528-AB2B-99F39AAD6591}"/>
                </a:ext>
              </a:extLst>
            </p:cNvPr>
            <p:cNvSpPr/>
            <p:nvPr/>
          </p:nvSpPr>
          <p:spPr>
            <a:xfrm>
              <a:off x="5584825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BA3054C-CE4D-D73D-AFC7-335D605BBB04}"/>
                </a:ext>
              </a:extLst>
            </p:cNvPr>
            <p:cNvSpPr/>
            <p:nvPr/>
          </p:nvSpPr>
          <p:spPr>
            <a:xfrm>
              <a:off x="4692650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E2E02B75-C7B6-6B44-4854-5400439B2673}"/>
                </a:ext>
              </a:extLst>
            </p:cNvPr>
            <p:cNvSpPr/>
            <p:nvPr/>
          </p:nvSpPr>
          <p:spPr>
            <a:xfrm>
              <a:off x="5584825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48F54FE9-AC9C-A3B7-F752-D80176B41DA2}"/>
              </a:ext>
            </a:extLst>
          </p:cNvPr>
          <p:cNvCxnSpPr>
            <a:cxnSpLocks/>
            <a:stCxn id="29" idx="7"/>
            <a:endCxn id="18" idx="7"/>
          </p:cNvCxnSpPr>
          <p:nvPr/>
        </p:nvCxnSpPr>
        <p:spPr>
          <a:xfrm flipV="1">
            <a:off x="9642454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3E7EC815-4522-755A-33C0-CDC2E150E4EA}"/>
              </a:ext>
            </a:extLst>
          </p:cNvPr>
          <p:cNvCxnSpPr>
            <a:cxnSpLocks/>
            <a:stCxn id="39" idx="5"/>
            <a:endCxn id="38" idx="5"/>
          </p:cNvCxnSpPr>
          <p:nvPr/>
        </p:nvCxnSpPr>
        <p:spPr>
          <a:xfrm>
            <a:off x="9642454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9DD06F64-CA94-3B36-C42E-7B43AA2DA82C}"/>
              </a:ext>
            </a:extLst>
          </p:cNvPr>
          <p:cNvCxnSpPr>
            <a:cxnSpLocks/>
            <a:stCxn id="36" idx="3"/>
            <a:endCxn id="37" idx="3"/>
          </p:cNvCxnSpPr>
          <p:nvPr/>
        </p:nvCxnSpPr>
        <p:spPr>
          <a:xfrm flipV="1">
            <a:off x="2439145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5B3EF652-7259-32DD-2685-23B5EF24118F}"/>
              </a:ext>
            </a:extLst>
          </p:cNvPr>
          <p:cNvCxnSpPr>
            <a:cxnSpLocks/>
            <a:stCxn id="34" idx="1"/>
            <a:endCxn id="33" idx="1"/>
          </p:cNvCxnSpPr>
          <p:nvPr/>
        </p:nvCxnSpPr>
        <p:spPr>
          <a:xfrm flipH="1" flipV="1">
            <a:off x="2439145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8F850B8-3CB3-F3F4-CA64-8745AF91F784}"/>
                  </a:ext>
                </a:extLst>
              </p:cNvPr>
              <p:cNvSpPr txBox="1"/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8F850B8-3CB3-F3F4-CA64-8745AF91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blipFill>
                <a:blip r:embed="rId2"/>
                <a:stretch>
                  <a:fillRect l="-10667" r="-5333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7905450E-B111-2694-28E1-42F3771697D9}"/>
                  </a:ext>
                </a:extLst>
              </p:cNvPr>
              <p:cNvSpPr txBox="1"/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7905450E-B111-2694-28E1-42F377169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blipFill>
                <a:blip r:embed="rId3"/>
                <a:stretch>
                  <a:fillRect l="-11111" r="-5556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B67FE794-51B5-2732-98FE-2AEEC81E20EA}"/>
              </a:ext>
            </a:extLst>
          </p:cNvPr>
          <p:cNvCxnSpPr>
            <a:cxnSpLocks/>
            <a:stCxn id="25" idx="1"/>
            <a:endCxn id="33" idx="7"/>
          </p:cNvCxnSpPr>
          <p:nvPr/>
        </p:nvCxnSpPr>
        <p:spPr>
          <a:xfrm flipH="1" flipV="1">
            <a:off x="2820983" y="492450"/>
            <a:ext cx="2766899" cy="3185159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80EEE635-3532-90F1-3CA2-71D5AAB3D788}"/>
              </a:ext>
            </a:extLst>
          </p:cNvPr>
          <p:cNvCxnSpPr>
            <a:cxnSpLocks/>
            <a:stCxn id="27" idx="3"/>
            <a:endCxn id="36" idx="5"/>
          </p:cNvCxnSpPr>
          <p:nvPr/>
        </p:nvCxnSpPr>
        <p:spPr>
          <a:xfrm flipH="1">
            <a:off x="2820983" y="4090538"/>
            <a:ext cx="2766899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B86E7F2C-4A13-140F-5883-47300EEC4093}"/>
              </a:ext>
            </a:extLst>
          </p:cNvPr>
          <p:cNvCxnSpPr>
            <a:cxnSpLocks/>
            <a:stCxn id="28" idx="5"/>
            <a:endCxn id="38" idx="3"/>
          </p:cNvCxnSpPr>
          <p:nvPr/>
        </p:nvCxnSpPr>
        <p:spPr>
          <a:xfrm>
            <a:off x="6607337" y="4090538"/>
            <a:ext cx="2780558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63E4D1E3-B5EF-B965-324F-CE2A687E2DCF}"/>
                  </a:ext>
                </a:extLst>
              </p:cNvPr>
              <p:cNvSpPr txBox="1"/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63E4D1E3-B5EF-B965-324F-CE2A687E2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blipFill>
                <a:blip r:embed="rId4"/>
                <a:stretch>
                  <a:fillRect l="-10526" r="-3947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D2805B35-E677-79FB-41CC-A55C43D979E8}"/>
              </a:ext>
            </a:extLst>
          </p:cNvPr>
          <p:cNvGrpSpPr/>
          <p:nvPr/>
        </p:nvGrpSpPr>
        <p:grpSpPr>
          <a:xfrm>
            <a:off x="2606758" y="1090333"/>
            <a:ext cx="6982485" cy="4104195"/>
            <a:chOff x="2606758" y="1090333"/>
            <a:chExt cx="6982485" cy="4104195"/>
          </a:xfrm>
        </p:grpSpPr>
        <p:grpSp>
          <p:nvGrpSpPr>
            <p:cNvPr id="100" name="Groupe 99">
              <a:extLst>
                <a:ext uri="{FF2B5EF4-FFF2-40B4-BE49-F238E27FC236}">
                  <a16:creationId xmlns:a16="http://schemas.microsoft.com/office/drawing/2014/main" id="{94D40B67-7215-FDE9-225C-3D8366D56538}"/>
                </a:ext>
              </a:extLst>
            </p:cNvPr>
            <p:cNvGrpSpPr/>
            <p:nvPr/>
          </p:nvGrpSpPr>
          <p:grpSpPr>
            <a:xfrm>
              <a:off x="2606758" y="4546528"/>
              <a:ext cx="6982485" cy="648000"/>
              <a:chOff x="2606758" y="4546528"/>
              <a:chExt cx="6982485" cy="648000"/>
            </a:xfrm>
          </p:grpSpPr>
          <p:sp>
            <p:nvSpPr>
              <p:cNvPr id="95" name="Rectangle : coins arrondis 94">
                <a:extLst>
                  <a:ext uri="{FF2B5EF4-FFF2-40B4-BE49-F238E27FC236}">
                    <a16:creationId xmlns:a16="http://schemas.microsoft.com/office/drawing/2014/main" id="{97D17C59-DFA8-87BB-F58B-2A01F6AA4726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6" name="Rectangle : coins arrondis 95">
                <a:extLst>
                  <a:ext uri="{FF2B5EF4-FFF2-40B4-BE49-F238E27FC236}">
                    <a16:creationId xmlns:a16="http://schemas.microsoft.com/office/drawing/2014/main" id="{4FDD15BE-9BF4-C8D3-8AD8-422FA9EA6550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7" name="Rectangle : coins arrondis 96">
                <a:extLst>
                  <a:ext uri="{FF2B5EF4-FFF2-40B4-BE49-F238E27FC236}">
                    <a16:creationId xmlns:a16="http://schemas.microsoft.com/office/drawing/2014/main" id="{BF7F4C90-2DAC-D8DA-F41D-BF9A49F29FE9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8" name="Rectangle : coins arrondis 97">
                <a:extLst>
                  <a:ext uri="{FF2B5EF4-FFF2-40B4-BE49-F238E27FC236}">
                    <a16:creationId xmlns:a16="http://schemas.microsoft.com/office/drawing/2014/main" id="{975642D5-F8BC-68BC-95E6-736BB65021D0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9" name="Rectangle : coins arrondis 98">
                <a:extLst>
                  <a:ext uri="{FF2B5EF4-FFF2-40B4-BE49-F238E27FC236}">
                    <a16:creationId xmlns:a16="http://schemas.microsoft.com/office/drawing/2014/main" id="{84BC6555-8DE5-9A5D-F0CB-34794844A485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E5FFE1E7-0639-69A3-100A-6A89D22C1719}"/>
                </a:ext>
              </a:extLst>
            </p:cNvPr>
            <p:cNvGrpSpPr/>
            <p:nvPr/>
          </p:nvGrpSpPr>
          <p:grpSpPr>
            <a:xfrm>
              <a:off x="2606758" y="3855289"/>
              <a:ext cx="6982485" cy="648000"/>
              <a:chOff x="2606758" y="4546528"/>
              <a:chExt cx="6982485" cy="648000"/>
            </a:xfrm>
          </p:grpSpPr>
          <p:sp>
            <p:nvSpPr>
              <p:cNvPr id="102" name="Rectangle : coins arrondis 101">
                <a:extLst>
                  <a:ext uri="{FF2B5EF4-FFF2-40B4-BE49-F238E27FC236}">
                    <a16:creationId xmlns:a16="http://schemas.microsoft.com/office/drawing/2014/main" id="{06EAA407-E570-B00D-C8D5-5596E3A3BB66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3" name="Rectangle : coins arrondis 102">
                <a:extLst>
                  <a:ext uri="{FF2B5EF4-FFF2-40B4-BE49-F238E27FC236}">
                    <a16:creationId xmlns:a16="http://schemas.microsoft.com/office/drawing/2014/main" id="{E8A139A9-27EF-19A4-C73E-D6C53CDB0D62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4" name="Rectangle : coins arrondis 103">
                <a:extLst>
                  <a:ext uri="{FF2B5EF4-FFF2-40B4-BE49-F238E27FC236}">
                    <a16:creationId xmlns:a16="http://schemas.microsoft.com/office/drawing/2014/main" id="{21DCCEAC-2E02-C558-6B48-19BFA3470F62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5" name="Rectangle : coins arrondis 104">
                <a:extLst>
                  <a:ext uri="{FF2B5EF4-FFF2-40B4-BE49-F238E27FC236}">
                    <a16:creationId xmlns:a16="http://schemas.microsoft.com/office/drawing/2014/main" id="{0316E7A7-2A81-F077-94C5-DB415A54BB9C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6" name="Rectangle : coins arrondis 105">
                <a:extLst>
                  <a:ext uri="{FF2B5EF4-FFF2-40B4-BE49-F238E27FC236}">
                    <a16:creationId xmlns:a16="http://schemas.microsoft.com/office/drawing/2014/main" id="{49FED23C-D4B9-36A5-9256-434D5B44D21B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07" name="Groupe 106">
              <a:extLst>
                <a:ext uri="{FF2B5EF4-FFF2-40B4-BE49-F238E27FC236}">
                  <a16:creationId xmlns:a16="http://schemas.microsoft.com/office/drawing/2014/main" id="{4C4BD044-210B-7ABB-B0D6-A58E6163CE01}"/>
                </a:ext>
              </a:extLst>
            </p:cNvPr>
            <p:cNvGrpSpPr/>
            <p:nvPr/>
          </p:nvGrpSpPr>
          <p:grpSpPr>
            <a:xfrm>
              <a:off x="2606758" y="3164050"/>
              <a:ext cx="6982485" cy="648000"/>
              <a:chOff x="2606758" y="4546528"/>
              <a:chExt cx="6982485" cy="648000"/>
            </a:xfrm>
          </p:grpSpPr>
          <p:sp>
            <p:nvSpPr>
              <p:cNvPr id="108" name="Rectangle : coins arrondis 107">
                <a:extLst>
                  <a:ext uri="{FF2B5EF4-FFF2-40B4-BE49-F238E27FC236}">
                    <a16:creationId xmlns:a16="http://schemas.microsoft.com/office/drawing/2014/main" id="{E3817A0B-67E4-5870-0C0C-8E499A0BE6BA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9" name="Rectangle : coins arrondis 108">
                <a:extLst>
                  <a:ext uri="{FF2B5EF4-FFF2-40B4-BE49-F238E27FC236}">
                    <a16:creationId xmlns:a16="http://schemas.microsoft.com/office/drawing/2014/main" id="{75F5F993-15D9-5D0B-73E4-0D1A9719CC9F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0" name="Rectangle : coins arrondis 109">
                <a:extLst>
                  <a:ext uri="{FF2B5EF4-FFF2-40B4-BE49-F238E27FC236}">
                    <a16:creationId xmlns:a16="http://schemas.microsoft.com/office/drawing/2014/main" id="{4BD25011-870C-47AC-AB76-F0BF6C6BC00D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1" name="Rectangle : coins arrondis 110">
                <a:extLst>
                  <a:ext uri="{FF2B5EF4-FFF2-40B4-BE49-F238E27FC236}">
                    <a16:creationId xmlns:a16="http://schemas.microsoft.com/office/drawing/2014/main" id="{AB1DBC32-F78A-88F7-CBFF-5E9ABD7C65AB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2" name="Rectangle : coins arrondis 111">
                <a:extLst>
                  <a:ext uri="{FF2B5EF4-FFF2-40B4-BE49-F238E27FC236}">
                    <a16:creationId xmlns:a16="http://schemas.microsoft.com/office/drawing/2014/main" id="{1D66B816-E436-B31F-F4F5-46E2718AB1E4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1AF38307-19DA-39FB-B1AD-23576A4F1CB2}"/>
                </a:ext>
              </a:extLst>
            </p:cNvPr>
            <p:cNvGrpSpPr/>
            <p:nvPr/>
          </p:nvGrpSpPr>
          <p:grpSpPr>
            <a:xfrm>
              <a:off x="2606758" y="2472811"/>
              <a:ext cx="6982485" cy="648000"/>
              <a:chOff x="2606758" y="4546528"/>
              <a:chExt cx="6982485" cy="648000"/>
            </a:xfrm>
          </p:grpSpPr>
          <p:sp>
            <p:nvSpPr>
              <p:cNvPr id="114" name="Rectangle : coins arrondis 113">
                <a:extLst>
                  <a:ext uri="{FF2B5EF4-FFF2-40B4-BE49-F238E27FC236}">
                    <a16:creationId xmlns:a16="http://schemas.microsoft.com/office/drawing/2014/main" id="{903BE1D3-F467-E993-3F6C-62D69F84DE62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5" name="Rectangle : coins arrondis 114">
                <a:extLst>
                  <a:ext uri="{FF2B5EF4-FFF2-40B4-BE49-F238E27FC236}">
                    <a16:creationId xmlns:a16="http://schemas.microsoft.com/office/drawing/2014/main" id="{DEAB9864-256A-D14D-2254-6EF82CB1A732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6" name="Rectangle : coins arrondis 115">
                <a:extLst>
                  <a:ext uri="{FF2B5EF4-FFF2-40B4-BE49-F238E27FC236}">
                    <a16:creationId xmlns:a16="http://schemas.microsoft.com/office/drawing/2014/main" id="{6017F0AC-D806-3BBE-9AA0-9B59A48ED0A6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7" name="Rectangle : coins arrondis 116">
                <a:extLst>
                  <a:ext uri="{FF2B5EF4-FFF2-40B4-BE49-F238E27FC236}">
                    <a16:creationId xmlns:a16="http://schemas.microsoft.com/office/drawing/2014/main" id="{88453EF6-AD09-1FA0-5D3C-B99107B721DB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8" name="Rectangle : coins arrondis 117">
                <a:extLst>
                  <a:ext uri="{FF2B5EF4-FFF2-40B4-BE49-F238E27FC236}">
                    <a16:creationId xmlns:a16="http://schemas.microsoft.com/office/drawing/2014/main" id="{69EA2581-C756-F701-7BDD-A471B33A0D53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05436371-C312-BC7B-D90A-6407524AF34C}"/>
                </a:ext>
              </a:extLst>
            </p:cNvPr>
            <p:cNvGrpSpPr/>
            <p:nvPr/>
          </p:nvGrpSpPr>
          <p:grpSpPr>
            <a:xfrm>
              <a:off x="2606758" y="1781572"/>
              <a:ext cx="6982485" cy="648000"/>
              <a:chOff x="2606758" y="4546528"/>
              <a:chExt cx="6982485" cy="648000"/>
            </a:xfrm>
          </p:grpSpPr>
          <p:sp>
            <p:nvSpPr>
              <p:cNvPr id="120" name="Rectangle : coins arrondis 119">
                <a:extLst>
                  <a:ext uri="{FF2B5EF4-FFF2-40B4-BE49-F238E27FC236}">
                    <a16:creationId xmlns:a16="http://schemas.microsoft.com/office/drawing/2014/main" id="{62AA4E79-3A65-996A-7161-4CA16DE3F100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1" name="Rectangle : coins arrondis 120">
                <a:extLst>
                  <a:ext uri="{FF2B5EF4-FFF2-40B4-BE49-F238E27FC236}">
                    <a16:creationId xmlns:a16="http://schemas.microsoft.com/office/drawing/2014/main" id="{987003B8-9B6A-24BE-1DCC-5A2FB98B34E3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25C1E41F-9AF8-FE79-14D4-CD4783F1C018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3" name="Rectangle : coins arrondis 122">
                <a:extLst>
                  <a:ext uri="{FF2B5EF4-FFF2-40B4-BE49-F238E27FC236}">
                    <a16:creationId xmlns:a16="http://schemas.microsoft.com/office/drawing/2014/main" id="{3996E64D-FEDD-DC20-0546-3EC0888577DF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Rectangle : coins arrondis 123">
                <a:extLst>
                  <a:ext uri="{FF2B5EF4-FFF2-40B4-BE49-F238E27FC236}">
                    <a16:creationId xmlns:a16="http://schemas.microsoft.com/office/drawing/2014/main" id="{43347E8B-ED18-3FEC-0C9B-92D47FB44F3A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58F7837D-4A4E-2395-D481-70DD1189886F}"/>
                </a:ext>
              </a:extLst>
            </p:cNvPr>
            <p:cNvGrpSpPr/>
            <p:nvPr/>
          </p:nvGrpSpPr>
          <p:grpSpPr>
            <a:xfrm>
              <a:off x="2606758" y="1090333"/>
              <a:ext cx="6982485" cy="648000"/>
              <a:chOff x="2606758" y="4546528"/>
              <a:chExt cx="6982485" cy="648000"/>
            </a:xfrm>
          </p:grpSpPr>
          <p:sp>
            <p:nvSpPr>
              <p:cNvPr id="126" name="Rectangle : coins arrondis 125">
                <a:extLst>
                  <a:ext uri="{FF2B5EF4-FFF2-40B4-BE49-F238E27FC236}">
                    <a16:creationId xmlns:a16="http://schemas.microsoft.com/office/drawing/2014/main" id="{CA80F320-A47E-EFA7-CC2D-485CA8754B1E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7" name="Rectangle : coins arrondis 126">
                <a:extLst>
                  <a:ext uri="{FF2B5EF4-FFF2-40B4-BE49-F238E27FC236}">
                    <a16:creationId xmlns:a16="http://schemas.microsoft.com/office/drawing/2014/main" id="{4AD444D3-28CB-07E3-EFB5-C14184939764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8" name="Rectangle : coins arrondis 127">
                <a:extLst>
                  <a:ext uri="{FF2B5EF4-FFF2-40B4-BE49-F238E27FC236}">
                    <a16:creationId xmlns:a16="http://schemas.microsoft.com/office/drawing/2014/main" id="{F9863FD0-FC29-78A5-B64A-D24CCA3FB081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9" name="Rectangle : coins arrondis 128">
                <a:extLst>
                  <a:ext uri="{FF2B5EF4-FFF2-40B4-BE49-F238E27FC236}">
                    <a16:creationId xmlns:a16="http://schemas.microsoft.com/office/drawing/2014/main" id="{9EB31C8C-FEC8-CA76-25E5-8B46E5BF9D25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0" name="Rectangle : coins arrondis 129">
                <a:extLst>
                  <a:ext uri="{FF2B5EF4-FFF2-40B4-BE49-F238E27FC236}">
                    <a16:creationId xmlns:a16="http://schemas.microsoft.com/office/drawing/2014/main" id="{782C8653-B188-8E98-C85B-DB08B09485F8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4E68ADE-870F-2990-39CC-BDB2A0881FFF}"/>
              </a:ext>
            </a:extLst>
          </p:cNvPr>
          <p:cNvCxnSpPr/>
          <p:nvPr/>
        </p:nvCxnSpPr>
        <p:spPr>
          <a:xfrm>
            <a:off x="3218758" y="4870528"/>
            <a:ext cx="2885681" cy="0"/>
          </a:xfrm>
          <a:prstGeom prst="line">
            <a:avLst/>
          </a:prstGeom>
          <a:ln w="28575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04955EF-2682-C023-EEDC-A968CC8C5FE7}"/>
              </a:ext>
            </a:extLst>
          </p:cNvPr>
          <p:cNvCxnSpPr>
            <a:cxnSpLocks/>
          </p:cNvCxnSpPr>
          <p:nvPr/>
        </p:nvCxnSpPr>
        <p:spPr>
          <a:xfrm flipV="1">
            <a:off x="3218758" y="1336655"/>
            <a:ext cx="0" cy="3533873"/>
          </a:xfrm>
          <a:prstGeom prst="line">
            <a:avLst/>
          </a:prstGeom>
          <a:ln w="28575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E583F976-3937-722D-513E-61D45BAB1813}"/>
                  </a:ext>
                </a:extLst>
              </p:cNvPr>
              <p:cNvSpPr txBox="1"/>
              <p:nvPr/>
            </p:nvSpPr>
            <p:spPr>
              <a:xfrm>
                <a:off x="6194585" y="4744385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E583F976-3937-722D-513E-61D45BAB1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585" y="4744385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33333" t="-45652" r="-103333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8C6F854-38A4-1DC5-9613-55062A9DA6B5}"/>
                  </a:ext>
                </a:extLst>
              </p:cNvPr>
              <p:cNvSpPr txBox="1"/>
              <p:nvPr/>
            </p:nvSpPr>
            <p:spPr>
              <a:xfrm>
                <a:off x="2486661" y="1223876"/>
                <a:ext cx="967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8C6F854-38A4-1DC5-9613-55062A9DA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661" y="1223876"/>
                <a:ext cx="967938" cy="369332"/>
              </a:xfrm>
              <a:prstGeom prst="rect">
                <a:avLst/>
              </a:prstGeom>
              <a:blipFill>
                <a:blip r:embed="rId6"/>
                <a:stretch>
                  <a:fillRect t="-2333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e 11">
            <a:extLst>
              <a:ext uri="{FF2B5EF4-FFF2-40B4-BE49-F238E27FC236}">
                <a16:creationId xmlns:a16="http://schemas.microsoft.com/office/drawing/2014/main" id="{E91AC9E0-B70A-F823-ACD1-15313CF97EB9}"/>
              </a:ext>
            </a:extLst>
          </p:cNvPr>
          <p:cNvSpPr/>
          <p:nvPr/>
        </p:nvSpPr>
        <p:spPr>
          <a:xfrm>
            <a:off x="3128611" y="4780529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E6A76BE-8E3D-4F57-B169-C6CBE5E8A2B3}"/>
              </a:ext>
            </a:extLst>
          </p:cNvPr>
          <p:cNvSpPr/>
          <p:nvPr/>
        </p:nvSpPr>
        <p:spPr>
          <a:xfrm>
            <a:off x="3194376" y="4846293"/>
            <a:ext cx="48471" cy="48471"/>
          </a:xfrm>
          <a:prstGeom prst="ellipse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F58FFE0-02CC-2CD7-1E8E-3869B9E46535}"/>
                  </a:ext>
                </a:extLst>
              </p:cNvPr>
              <p:cNvSpPr txBox="1"/>
              <p:nvPr/>
            </p:nvSpPr>
            <p:spPr>
              <a:xfrm>
                <a:off x="2812864" y="4593529"/>
                <a:ext cx="2140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F58FFE0-02CC-2CD7-1E8E-3869B9E46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4" y="4593529"/>
                <a:ext cx="214033" cy="276999"/>
              </a:xfrm>
              <a:prstGeom prst="rect">
                <a:avLst/>
              </a:prstGeom>
              <a:blipFill>
                <a:blip r:embed="rId7"/>
                <a:stretch>
                  <a:fillRect l="-25000" r="-22222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8A995F03-3058-60C8-BF59-3FF1BE40303F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480057" y="721779"/>
            <a:ext cx="3061478" cy="3083110"/>
          </a:xfrm>
          <a:prstGeom prst="line">
            <a:avLst/>
          </a:prstGeom>
          <a:ln w="12700">
            <a:solidFill>
              <a:srgbClr val="7030A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F5DA5949-24CA-10D2-C0C4-F5AC5F9CA78C}"/>
              </a:ext>
            </a:extLst>
          </p:cNvPr>
          <p:cNvGrpSpPr/>
          <p:nvPr/>
        </p:nvGrpSpPr>
        <p:grpSpPr>
          <a:xfrm>
            <a:off x="5520000" y="3583381"/>
            <a:ext cx="1152000" cy="588367"/>
            <a:chOff x="5520000" y="3583381"/>
            <a:chExt cx="1152000" cy="588367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3F3B60C7-2980-28E2-90ED-2523303754DC}"/>
                </a:ext>
              </a:extLst>
            </p:cNvPr>
            <p:cNvSpPr/>
            <p:nvPr/>
          </p:nvSpPr>
          <p:spPr>
            <a:xfrm>
              <a:off x="6080203" y="3876565"/>
              <a:ext cx="48471" cy="48471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FDEB27B-0EA1-F9A4-E42C-572E59DD0A40}"/>
                    </a:ext>
                  </a:extLst>
                </p:cNvPr>
                <p:cNvSpPr txBox="1"/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FDEB27B-0EA1-F9A4-E42C-572E59DD0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3A8B383D-B25C-18A3-CA65-60A4108A4B7C}"/>
                </a:ext>
              </a:extLst>
            </p:cNvPr>
            <p:cNvGrpSpPr/>
            <p:nvPr/>
          </p:nvGrpSpPr>
          <p:grpSpPr>
            <a:xfrm>
              <a:off x="5520000" y="3595748"/>
              <a:ext cx="1152000" cy="576000"/>
              <a:chOff x="4651128" y="2719448"/>
              <a:chExt cx="1152000" cy="576000"/>
            </a:xfrm>
          </p:grpSpPr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2A7CAF19-D136-E3EB-B128-1976360E676E}"/>
                  </a:ext>
                </a:extLst>
              </p:cNvPr>
              <p:cNvSpPr/>
              <p:nvPr/>
            </p:nvSpPr>
            <p:spPr>
              <a:xfrm>
                <a:off x="4692650" y="2774949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DE651A72-632B-FA7D-DEA7-6B583C749B50}"/>
                  </a:ext>
                </a:extLst>
              </p:cNvPr>
              <p:cNvSpPr/>
              <p:nvPr/>
            </p:nvSpPr>
            <p:spPr>
              <a:xfrm>
                <a:off x="4692650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8EDC8C70-BD10-0A61-293E-B8A8B25623B7}"/>
                  </a:ext>
                </a:extLst>
              </p:cNvPr>
              <p:cNvSpPr/>
              <p:nvPr/>
            </p:nvSpPr>
            <p:spPr>
              <a:xfrm>
                <a:off x="5584825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18F0A231-8A8D-A077-D185-C9A050A69336}"/>
                  </a:ext>
                </a:extLst>
              </p:cNvPr>
              <p:cNvSpPr/>
              <p:nvPr/>
            </p:nvSpPr>
            <p:spPr>
              <a:xfrm>
                <a:off x="5584825" y="277494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 : coins arrondis 23">
                <a:extLst>
                  <a:ext uri="{FF2B5EF4-FFF2-40B4-BE49-F238E27FC236}">
                    <a16:creationId xmlns:a16="http://schemas.microsoft.com/office/drawing/2014/main" id="{961545F6-6971-4914-B7D2-52480ECB0764}"/>
                  </a:ext>
                </a:extLst>
              </p:cNvPr>
              <p:cNvSpPr/>
              <p:nvPr/>
            </p:nvSpPr>
            <p:spPr>
              <a:xfrm>
                <a:off x="4651128" y="2719448"/>
                <a:ext cx="1152000" cy="576000"/>
              </a:xfrm>
              <a:prstGeom prst="round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53DDFC87-C37E-34E5-1965-77F34F060D26}"/>
              </a:ext>
            </a:extLst>
          </p:cNvPr>
          <p:cNvCxnSpPr>
            <a:cxnSpLocks/>
            <a:stCxn id="29" idx="1"/>
            <a:endCxn id="18" idx="1"/>
          </p:cNvCxnSpPr>
          <p:nvPr/>
        </p:nvCxnSpPr>
        <p:spPr>
          <a:xfrm flipH="1" flipV="1">
            <a:off x="9387895" y="492450"/>
            <a:ext cx="127279" cy="12727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711B7768-86E5-DDB4-F901-F56D354B2F18}"/>
              </a:ext>
            </a:extLst>
          </p:cNvPr>
          <p:cNvCxnSpPr>
            <a:cxnSpLocks/>
          </p:cNvCxnSpPr>
          <p:nvPr/>
        </p:nvCxnSpPr>
        <p:spPr>
          <a:xfrm flipV="1">
            <a:off x="7811001" y="1744263"/>
            <a:ext cx="714519" cy="719567"/>
          </a:xfrm>
          <a:prstGeom prst="line">
            <a:avLst/>
          </a:prstGeom>
          <a:ln w="28575">
            <a:solidFill>
              <a:srgbClr val="7030A0"/>
            </a:solidFill>
            <a:prstDash val="solid"/>
            <a:headEnd type="none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DED22886-AFF0-F112-A752-615728452656}"/>
                  </a:ext>
                </a:extLst>
              </p:cNvPr>
              <p:cNvSpPr txBox="1"/>
              <p:nvPr/>
            </p:nvSpPr>
            <p:spPr>
              <a:xfrm>
                <a:off x="8252116" y="2118992"/>
                <a:ext cx="446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DED22886-AFF0-F112-A752-615728452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116" y="2118992"/>
                <a:ext cx="446468" cy="276999"/>
              </a:xfrm>
              <a:prstGeom prst="rect">
                <a:avLst/>
              </a:prstGeom>
              <a:blipFill>
                <a:blip r:embed="rId9"/>
                <a:stretch>
                  <a:fillRect l="-6849" r="-4110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13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5839-669F-4D80-3D99-5F9EC07E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23BA5347-19CA-99C1-7905-5F373B55B5FD}"/>
              </a:ext>
            </a:extLst>
          </p:cNvPr>
          <p:cNvCxnSpPr>
            <a:cxnSpLocks/>
            <a:stCxn id="26" idx="7"/>
            <a:endCxn id="18" idx="1"/>
          </p:cNvCxnSpPr>
          <p:nvPr/>
        </p:nvCxnSpPr>
        <p:spPr>
          <a:xfrm flipV="1">
            <a:off x="6607337" y="492450"/>
            <a:ext cx="2780558" cy="318515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AC151979-9E35-B708-4ACA-FA1A45176B1B}"/>
              </a:ext>
            </a:extLst>
          </p:cNvPr>
          <p:cNvGrpSpPr/>
          <p:nvPr/>
        </p:nvGrpSpPr>
        <p:grpSpPr>
          <a:xfrm>
            <a:off x="2360064" y="413369"/>
            <a:ext cx="7488750" cy="5318744"/>
            <a:chOff x="2360064" y="413369"/>
            <a:chExt cx="7488750" cy="5318744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66BB8E52-6A3E-80E8-B232-3D0713B6078B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5A84E9B6-86C6-6E9E-B612-DA50C48EEF27}"/>
                </a:ext>
              </a:extLst>
            </p:cNvPr>
            <p:cNvSpPr/>
            <p:nvPr/>
          </p:nvSpPr>
          <p:spPr>
            <a:xfrm>
              <a:off x="930881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55AB5099-9E18-8757-55AE-2DC7E7808D6D}"/>
                </a:ext>
              </a:extLst>
            </p:cNvPr>
            <p:cNvSpPr/>
            <p:nvPr/>
          </p:nvSpPr>
          <p:spPr>
            <a:xfrm>
              <a:off x="948881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1DF18DA-C883-30F9-BDEA-3367B884BC71}"/>
                </a:ext>
              </a:extLst>
            </p:cNvPr>
            <p:cNvSpPr/>
            <p:nvPr/>
          </p:nvSpPr>
          <p:spPr>
            <a:xfrm>
              <a:off x="236006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F3FF0B63-4CDD-CB4E-0323-D33BC2162F8E}"/>
                </a:ext>
              </a:extLst>
            </p:cNvPr>
            <p:cNvSpPr/>
            <p:nvPr/>
          </p:nvSpPr>
          <p:spPr>
            <a:xfrm>
              <a:off x="254006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67B114D7-1D55-3575-0EC0-97C2548DBB77}"/>
                </a:ext>
              </a:extLst>
            </p:cNvPr>
            <p:cNvSpPr/>
            <p:nvPr/>
          </p:nvSpPr>
          <p:spPr>
            <a:xfrm>
              <a:off x="236006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815D545-6CBD-C18E-474E-10B2E1A5BDFF}"/>
                </a:ext>
              </a:extLst>
            </p:cNvPr>
            <p:cNvSpPr/>
            <p:nvPr/>
          </p:nvSpPr>
          <p:spPr>
            <a:xfrm>
              <a:off x="254006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BE915BB5-4123-4C8A-8D1C-1E14C3DFB5C3}"/>
                </a:ext>
              </a:extLst>
            </p:cNvPr>
            <p:cNvSpPr/>
            <p:nvPr/>
          </p:nvSpPr>
          <p:spPr>
            <a:xfrm>
              <a:off x="930881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6606C6D7-7CEF-83B6-B776-201C83243499}"/>
                </a:ext>
              </a:extLst>
            </p:cNvPr>
            <p:cNvSpPr/>
            <p:nvPr/>
          </p:nvSpPr>
          <p:spPr>
            <a:xfrm>
              <a:off x="948881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64473AC3-8456-550F-52C9-CAE8B3D05ACA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952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D4296863-4E9B-FC80-558F-D416C858547A}"/>
              </a:ext>
            </a:extLst>
          </p:cNvPr>
          <p:cNvCxnSpPr>
            <a:cxnSpLocks/>
            <a:stCxn id="29" idx="7"/>
            <a:endCxn id="18" idx="7"/>
          </p:cNvCxnSpPr>
          <p:nvPr/>
        </p:nvCxnSpPr>
        <p:spPr>
          <a:xfrm flipV="1">
            <a:off x="9642454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3D627AC6-EFE1-C6E1-8CE1-B86E80D45CD0}"/>
              </a:ext>
            </a:extLst>
          </p:cNvPr>
          <p:cNvCxnSpPr>
            <a:cxnSpLocks/>
            <a:stCxn id="39" idx="5"/>
            <a:endCxn id="38" idx="5"/>
          </p:cNvCxnSpPr>
          <p:nvPr/>
        </p:nvCxnSpPr>
        <p:spPr>
          <a:xfrm>
            <a:off x="9642454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5493EDF1-00EC-F1E0-9E53-AA07249D3F06}"/>
              </a:ext>
            </a:extLst>
          </p:cNvPr>
          <p:cNvCxnSpPr>
            <a:cxnSpLocks/>
            <a:stCxn id="36" idx="3"/>
            <a:endCxn id="37" idx="3"/>
          </p:cNvCxnSpPr>
          <p:nvPr/>
        </p:nvCxnSpPr>
        <p:spPr>
          <a:xfrm flipV="1">
            <a:off x="2439145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2543397-24CB-C0E7-7F31-B6AF526CB788}"/>
              </a:ext>
            </a:extLst>
          </p:cNvPr>
          <p:cNvCxnSpPr>
            <a:cxnSpLocks/>
            <a:stCxn id="34" idx="1"/>
            <a:endCxn id="33" idx="1"/>
          </p:cNvCxnSpPr>
          <p:nvPr/>
        </p:nvCxnSpPr>
        <p:spPr>
          <a:xfrm flipH="1" flipV="1">
            <a:off x="2439145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78D19721-C5A9-17FF-0541-EE2137DECB4F}"/>
                  </a:ext>
                </a:extLst>
              </p:cNvPr>
              <p:cNvSpPr txBox="1"/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8F850B8-3CB3-F3F4-CA64-8745AF91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blipFill>
                <a:blip r:embed="rId2"/>
                <a:stretch>
                  <a:fillRect l="-10667" r="-5333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5461E929-19B5-C5D0-BE58-D368B47698AD}"/>
                  </a:ext>
                </a:extLst>
              </p:cNvPr>
              <p:cNvSpPr txBox="1"/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7905450E-B111-2694-28E1-42F377169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blipFill>
                <a:blip r:embed="rId3"/>
                <a:stretch>
                  <a:fillRect l="-11111" r="-5556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D53090DD-5C09-33E9-F7E0-01F12F33A5A8}"/>
              </a:ext>
            </a:extLst>
          </p:cNvPr>
          <p:cNvCxnSpPr>
            <a:cxnSpLocks/>
            <a:stCxn id="25" idx="1"/>
            <a:endCxn id="33" idx="7"/>
          </p:cNvCxnSpPr>
          <p:nvPr/>
        </p:nvCxnSpPr>
        <p:spPr>
          <a:xfrm flipH="1" flipV="1">
            <a:off x="2820983" y="492450"/>
            <a:ext cx="2766899" cy="3185159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C8D76537-F0E6-8FAF-2E66-5BD9EC22845C}"/>
              </a:ext>
            </a:extLst>
          </p:cNvPr>
          <p:cNvCxnSpPr>
            <a:cxnSpLocks/>
            <a:stCxn id="27" idx="3"/>
            <a:endCxn id="36" idx="5"/>
          </p:cNvCxnSpPr>
          <p:nvPr/>
        </p:nvCxnSpPr>
        <p:spPr>
          <a:xfrm flipH="1">
            <a:off x="2820983" y="4090538"/>
            <a:ext cx="2766899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BBF5DD77-8EE2-B76A-0802-04BDB1900D7D}"/>
              </a:ext>
            </a:extLst>
          </p:cNvPr>
          <p:cNvCxnSpPr>
            <a:cxnSpLocks/>
            <a:stCxn id="28" idx="5"/>
            <a:endCxn id="38" idx="3"/>
          </p:cNvCxnSpPr>
          <p:nvPr/>
        </p:nvCxnSpPr>
        <p:spPr>
          <a:xfrm>
            <a:off x="6607337" y="4090538"/>
            <a:ext cx="2780558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D12B159D-1C4B-8C3B-427B-C015C787ACB9}"/>
                  </a:ext>
                </a:extLst>
              </p:cNvPr>
              <p:cNvSpPr txBox="1"/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63E4D1E3-B5EF-B965-324F-CE2A687E2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blipFill>
                <a:blip r:embed="rId4"/>
                <a:stretch>
                  <a:fillRect l="-10526" r="-3947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e 130">
            <a:extLst>
              <a:ext uri="{FF2B5EF4-FFF2-40B4-BE49-F238E27FC236}">
                <a16:creationId xmlns:a16="http://schemas.microsoft.com/office/drawing/2014/main" id="{BD2B9E70-5E2B-E570-80FC-F26B22B6E05B}"/>
              </a:ext>
            </a:extLst>
          </p:cNvPr>
          <p:cNvGrpSpPr/>
          <p:nvPr/>
        </p:nvGrpSpPr>
        <p:grpSpPr>
          <a:xfrm>
            <a:off x="2606758" y="1090333"/>
            <a:ext cx="6982485" cy="4104195"/>
            <a:chOff x="2606758" y="1090333"/>
            <a:chExt cx="6982485" cy="4104195"/>
          </a:xfrm>
        </p:grpSpPr>
        <p:grpSp>
          <p:nvGrpSpPr>
            <p:cNvPr id="100" name="Groupe 99">
              <a:extLst>
                <a:ext uri="{FF2B5EF4-FFF2-40B4-BE49-F238E27FC236}">
                  <a16:creationId xmlns:a16="http://schemas.microsoft.com/office/drawing/2014/main" id="{08CE1835-9EDA-3FB8-DD99-D0EC399C55E2}"/>
                </a:ext>
              </a:extLst>
            </p:cNvPr>
            <p:cNvGrpSpPr/>
            <p:nvPr/>
          </p:nvGrpSpPr>
          <p:grpSpPr>
            <a:xfrm>
              <a:off x="2606758" y="4546528"/>
              <a:ext cx="6982485" cy="648000"/>
              <a:chOff x="2606758" y="4546528"/>
              <a:chExt cx="6982485" cy="648000"/>
            </a:xfrm>
          </p:grpSpPr>
          <p:sp>
            <p:nvSpPr>
              <p:cNvPr id="95" name="Rectangle : coins arrondis 94">
                <a:extLst>
                  <a:ext uri="{FF2B5EF4-FFF2-40B4-BE49-F238E27FC236}">
                    <a16:creationId xmlns:a16="http://schemas.microsoft.com/office/drawing/2014/main" id="{DB1F9456-712C-0D3B-A63C-981B346B23B0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6" name="Rectangle : coins arrondis 95">
                <a:extLst>
                  <a:ext uri="{FF2B5EF4-FFF2-40B4-BE49-F238E27FC236}">
                    <a16:creationId xmlns:a16="http://schemas.microsoft.com/office/drawing/2014/main" id="{2362BDD6-1EEB-86C1-485B-31F22CAEDD07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7" name="Rectangle : coins arrondis 96">
                <a:extLst>
                  <a:ext uri="{FF2B5EF4-FFF2-40B4-BE49-F238E27FC236}">
                    <a16:creationId xmlns:a16="http://schemas.microsoft.com/office/drawing/2014/main" id="{87DA96A7-C72B-6814-C714-C10DCC732485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8" name="Rectangle : coins arrondis 97">
                <a:extLst>
                  <a:ext uri="{FF2B5EF4-FFF2-40B4-BE49-F238E27FC236}">
                    <a16:creationId xmlns:a16="http://schemas.microsoft.com/office/drawing/2014/main" id="{1105CB10-19AD-E987-3D30-64B2C1D82B0C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9" name="Rectangle : coins arrondis 98">
                <a:extLst>
                  <a:ext uri="{FF2B5EF4-FFF2-40B4-BE49-F238E27FC236}">
                    <a16:creationId xmlns:a16="http://schemas.microsoft.com/office/drawing/2014/main" id="{AAC930A7-E40B-03EE-1B29-750D968A69FC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D623A258-7A6E-B618-52AD-77B9378BAB54}"/>
                </a:ext>
              </a:extLst>
            </p:cNvPr>
            <p:cNvGrpSpPr/>
            <p:nvPr/>
          </p:nvGrpSpPr>
          <p:grpSpPr>
            <a:xfrm>
              <a:off x="2606758" y="3855289"/>
              <a:ext cx="6982485" cy="648000"/>
              <a:chOff x="2606758" y="4546528"/>
              <a:chExt cx="6982485" cy="648000"/>
            </a:xfrm>
          </p:grpSpPr>
          <p:sp>
            <p:nvSpPr>
              <p:cNvPr id="102" name="Rectangle : coins arrondis 101">
                <a:extLst>
                  <a:ext uri="{FF2B5EF4-FFF2-40B4-BE49-F238E27FC236}">
                    <a16:creationId xmlns:a16="http://schemas.microsoft.com/office/drawing/2014/main" id="{8CAC47E7-C248-7365-3576-2D67226ADBE1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3" name="Rectangle : coins arrondis 102">
                <a:extLst>
                  <a:ext uri="{FF2B5EF4-FFF2-40B4-BE49-F238E27FC236}">
                    <a16:creationId xmlns:a16="http://schemas.microsoft.com/office/drawing/2014/main" id="{E1D1816C-F035-50BD-2512-946C47FC39FC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4" name="Rectangle : coins arrondis 103">
                <a:extLst>
                  <a:ext uri="{FF2B5EF4-FFF2-40B4-BE49-F238E27FC236}">
                    <a16:creationId xmlns:a16="http://schemas.microsoft.com/office/drawing/2014/main" id="{518E2185-881C-C75A-87F6-235650CA3532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5" name="Rectangle : coins arrondis 104">
                <a:extLst>
                  <a:ext uri="{FF2B5EF4-FFF2-40B4-BE49-F238E27FC236}">
                    <a16:creationId xmlns:a16="http://schemas.microsoft.com/office/drawing/2014/main" id="{4ACAAB52-0DA2-A0DC-FE0C-2FA030992507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6" name="Rectangle : coins arrondis 105">
                <a:extLst>
                  <a:ext uri="{FF2B5EF4-FFF2-40B4-BE49-F238E27FC236}">
                    <a16:creationId xmlns:a16="http://schemas.microsoft.com/office/drawing/2014/main" id="{143A1B2B-9D3A-DD46-5AD8-44AFCAE2048C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07" name="Groupe 106">
              <a:extLst>
                <a:ext uri="{FF2B5EF4-FFF2-40B4-BE49-F238E27FC236}">
                  <a16:creationId xmlns:a16="http://schemas.microsoft.com/office/drawing/2014/main" id="{DE5F45D4-6088-FCB4-733F-EBC2FDEE2792}"/>
                </a:ext>
              </a:extLst>
            </p:cNvPr>
            <p:cNvGrpSpPr/>
            <p:nvPr/>
          </p:nvGrpSpPr>
          <p:grpSpPr>
            <a:xfrm>
              <a:off x="2606758" y="3164050"/>
              <a:ext cx="6982485" cy="648000"/>
              <a:chOff x="2606758" y="4546528"/>
              <a:chExt cx="6982485" cy="648000"/>
            </a:xfrm>
          </p:grpSpPr>
          <p:sp>
            <p:nvSpPr>
              <p:cNvPr id="108" name="Rectangle : coins arrondis 107">
                <a:extLst>
                  <a:ext uri="{FF2B5EF4-FFF2-40B4-BE49-F238E27FC236}">
                    <a16:creationId xmlns:a16="http://schemas.microsoft.com/office/drawing/2014/main" id="{40794F06-40D8-7CAC-9851-2E628A9B6C75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9" name="Rectangle : coins arrondis 108">
                <a:extLst>
                  <a:ext uri="{FF2B5EF4-FFF2-40B4-BE49-F238E27FC236}">
                    <a16:creationId xmlns:a16="http://schemas.microsoft.com/office/drawing/2014/main" id="{D10E02A7-D7AF-F923-833A-7AE00D99E4FC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0" name="Rectangle : coins arrondis 109">
                <a:extLst>
                  <a:ext uri="{FF2B5EF4-FFF2-40B4-BE49-F238E27FC236}">
                    <a16:creationId xmlns:a16="http://schemas.microsoft.com/office/drawing/2014/main" id="{D3A1FF20-1192-06C5-B6B5-5E8F5F4491E7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1" name="Rectangle : coins arrondis 110">
                <a:extLst>
                  <a:ext uri="{FF2B5EF4-FFF2-40B4-BE49-F238E27FC236}">
                    <a16:creationId xmlns:a16="http://schemas.microsoft.com/office/drawing/2014/main" id="{9B433E95-FEFA-842E-1264-570D41B8DFFA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2" name="Rectangle : coins arrondis 111">
                <a:extLst>
                  <a:ext uri="{FF2B5EF4-FFF2-40B4-BE49-F238E27FC236}">
                    <a16:creationId xmlns:a16="http://schemas.microsoft.com/office/drawing/2014/main" id="{E33B2D55-7263-DBC4-C359-082871CD0C3C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9DD3231A-E860-B6B8-7058-060B6EB34261}"/>
                </a:ext>
              </a:extLst>
            </p:cNvPr>
            <p:cNvGrpSpPr/>
            <p:nvPr/>
          </p:nvGrpSpPr>
          <p:grpSpPr>
            <a:xfrm>
              <a:off x="2606758" y="2472811"/>
              <a:ext cx="6982485" cy="648000"/>
              <a:chOff x="2606758" y="4546528"/>
              <a:chExt cx="6982485" cy="648000"/>
            </a:xfrm>
          </p:grpSpPr>
          <p:sp>
            <p:nvSpPr>
              <p:cNvPr id="114" name="Rectangle : coins arrondis 113">
                <a:extLst>
                  <a:ext uri="{FF2B5EF4-FFF2-40B4-BE49-F238E27FC236}">
                    <a16:creationId xmlns:a16="http://schemas.microsoft.com/office/drawing/2014/main" id="{C34B2478-83D4-F44C-08EB-31A1313B9149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5" name="Rectangle : coins arrondis 114">
                <a:extLst>
                  <a:ext uri="{FF2B5EF4-FFF2-40B4-BE49-F238E27FC236}">
                    <a16:creationId xmlns:a16="http://schemas.microsoft.com/office/drawing/2014/main" id="{512B28A8-4632-6896-D9B8-DF1950D9D03F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6" name="Rectangle : coins arrondis 115">
                <a:extLst>
                  <a:ext uri="{FF2B5EF4-FFF2-40B4-BE49-F238E27FC236}">
                    <a16:creationId xmlns:a16="http://schemas.microsoft.com/office/drawing/2014/main" id="{F8CC2C48-55E7-35F3-CF0B-A1B4FC82473F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7" name="Rectangle : coins arrondis 116">
                <a:extLst>
                  <a:ext uri="{FF2B5EF4-FFF2-40B4-BE49-F238E27FC236}">
                    <a16:creationId xmlns:a16="http://schemas.microsoft.com/office/drawing/2014/main" id="{F5F76F0B-0B31-0619-02D3-2B97225C7CC1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8" name="Rectangle : coins arrondis 117">
                <a:extLst>
                  <a:ext uri="{FF2B5EF4-FFF2-40B4-BE49-F238E27FC236}">
                    <a16:creationId xmlns:a16="http://schemas.microsoft.com/office/drawing/2014/main" id="{739FEBB7-6D4D-1853-CCC4-5B9F5C0AB300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80FEC2D6-32C9-B4D4-027C-E21E05A433E0}"/>
                </a:ext>
              </a:extLst>
            </p:cNvPr>
            <p:cNvGrpSpPr/>
            <p:nvPr/>
          </p:nvGrpSpPr>
          <p:grpSpPr>
            <a:xfrm>
              <a:off x="2606758" y="1781572"/>
              <a:ext cx="6982485" cy="648000"/>
              <a:chOff x="2606758" y="4546528"/>
              <a:chExt cx="6982485" cy="648000"/>
            </a:xfrm>
          </p:grpSpPr>
          <p:sp>
            <p:nvSpPr>
              <p:cNvPr id="120" name="Rectangle : coins arrondis 119">
                <a:extLst>
                  <a:ext uri="{FF2B5EF4-FFF2-40B4-BE49-F238E27FC236}">
                    <a16:creationId xmlns:a16="http://schemas.microsoft.com/office/drawing/2014/main" id="{19B97CF6-4B06-60A7-B5DB-703CD2450B42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1" name="Rectangle : coins arrondis 120">
                <a:extLst>
                  <a:ext uri="{FF2B5EF4-FFF2-40B4-BE49-F238E27FC236}">
                    <a16:creationId xmlns:a16="http://schemas.microsoft.com/office/drawing/2014/main" id="{0CC50821-C298-BFDD-880F-6EECA23B3622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53F9993B-C416-BB20-FF69-83FEA098B182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3" name="Rectangle : coins arrondis 122">
                <a:extLst>
                  <a:ext uri="{FF2B5EF4-FFF2-40B4-BE49-F238E27FC236}">
                    <a16:creationId xmlns:a16="http://schemas.microsoft.com/office/drawing/2014/main" id="{81F3BE1A-1863-8001-6C26-A3E066ED084B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4" name="Rectangle : coins arrondis 123">
                <a:extLst>
                  <a:ext uri="{FF2B5EF4-FFF2-40B4-BE49-F238E27FC236}">
                    <a16:creationId xmlns:a16="http://schemas.microsoft.com/office/drawing/2014/main" id="{99B1AE85-EB88-87DD-B483-C3321F36E606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3C07A6C0-CB75-71B2-CA7C-C31CE59A7387}"/>
                </a:ext>
              </a:extLst>
            </p:cNvPr>
            <p:cNvGrpSpPr/>
            <p:nvPr/>
          </p:nvGrpSpPr>
          <p:grpSpPr>
            <a:xfrm>
              <a:off x="2606758" y="1090333"/>
              <a:ext cx="6982485" cy="648000"/>
              <a:chOff x="2606758" y="4546528"/>
              <a:chExt cx="6982485" cy="648000"/>
            </a:xfrm>
          </p:grpSpPr>
          <p:sp>
            <p:nvSpPr>
              <p:cNvPr id="126" name="Rectangle : coins arrondis 125">
                <a:extLst>
                  <a:ext uri="{FF2B5EF4-FFF2-40B4-BE49-F238E27FC236}">
                    <a16:creationId xmlns:a16="http://schemas.microsoft.com/office/drawing/2014/main" id="{E709D3CF-F427-C41E-AFDB-1A0253B0F599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7" name="Rectangle : coins arrondis 126">
                <a:extLst>
                  <a:ext uri="{FF2B5EF4-FFF2-40B4-BE49-F238E27FC236}">
                    <a16:creationId xmlns:a16="http://schemas.microsoft.com/office/drawing/2014/main" id="{4B96F3A0-4349-3643-96C7-29395DB67BDE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8" name="Rectangle : coins arrondis 127">
                <a:extLst>
                  <a:ext uri="{FF2B5EF4-FFF2-40B4-BE49-F238E27FC236}">
                    <a16:creationId xmlns:a16="http://schemas.microsoft.com/office/drawing/2014/main" id="{80660D3E-5934-2956-366D-D9DA84AF8889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29" name="Rectangle : coins arrondis 128">
                <a:extLst>
                  <a:ext uri="{FF2B5EF4-FFF2-40B4-BE49-F238E27FC236}">
                    <a16:creationId xmlns:a16="http://schemas.microsoft.com/office/drawing/2014/main" id="{F3E89160-8297-F34A-0885-D22A9AB589E2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0" name="Rectangle : coins arrondis 129">
                <a:extLst>
                  <a:ext uri="{FF2B5EF4-FFF2-40B4-BE49-F238E27FC236}">
                    <a16:creationId xmlns:a16="http://schemas.microsoft.com/office/drawing/2014/main" id="{FC03AAAE-EA3B-711D-A8A2-1B6D09D48308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999FADA-6DD9-D223-7599-3C507101F0C3}"/>
              </a:ext>
            </a:extLst>
          </p:cNvPr>
          <p:cNvCxnSpPr/>
          <p:nvPr/>
        </p:nvCxnSpPr>
        <p:spPr>
          <a:xfrm>
            <a:off x="3218758" y="4870528"/>
            <a:ext cx="2885681" cy="0"/>
          </a:xfrm>
          <a:prstGeom prst="line">
            <a:avLst/>
          </a:prstGeom>
          <a:ln w="28575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966F4FB-1E45-BD86-D9CF-B52DA728B630}"/>
              </a:ext>
            </a:extLst>
          </p:cNvPr>
          <p:cNvCxnSpPr>
            <a:cxnSpLocks/>
          </p:cNvCxnSpPr>
          <p:nvPr/>
        </p:nvCxnSpPr>
        <p:spPr>
          <a:xfrm flipV="1">
            <a:off x="3218758" y="1336655"/>
            <a:ext cx="0" cy="3533873"/>
          </a:xfrm>
          <a:prstGeom prst="line">
            <a:avLst/>
          </a:prstGeom>
          <a:ln w="28575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61B08C72-5336-A8FB-01C1-91DE628C4488}"/>
                  </a:ext>
                </a:extLst>
              </p:cNvPr>
              <p:cNvSpPr txBox="1"/>
              <p:nvPr/>
            </p:nvSpPr>
            <p:spPr>
              <a:xfrm>
                <a:off x="6194585" y="4744385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E583F976-3937-722D-513E-61D45BAB1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585" y="4744385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33333" t="-45652" r="-103333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14D7BF79-5616-5455-FB4D-7949349E5759}"/>
                  </a:ext>
                </a:extLst>
              </p:cNvPr>
              <p:cNvSpPr txBox="1"/>
              <p:nvPr/>
            </p:nvSpPr>
            <p:spPr>
              <a:xfrm>
                <a:off x="2486661" y="1223876"/>
                <a:ext cx="9679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8C6F854-38A4-1DC5-9613-55062A9DA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661" y="1223876"/>
                <a:ext cx="967938" cy="369332"/>
              </a:xfrm>
              <a:prstGeom prst="rect">
                <a:avLst/>
              </a:prstGeom>
              <a:blipFill>
                <a:blip r:embed="rId6"/>
                <a:stretch>
                  <a:fillRect t="-2333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e 11">
            <a:extLst>
              <a:ext uri="{FF2B5EF4-FFF2-40B4-BE49-F238E27FC236}">
                <a16:creationId xmlns:a16="http://schemas.microsoft.com/office/drawing/2014/main" id="{226CFE9F-1E3F-58A5-DE28-95CAD5CBDCC3}"/>
              </a:ext>
            </a:extLst>
          </p:cNvPr>
          <p:cNvSpPr/>
          <p:nvPr/>
        </p:nvSpPr>
        <p:spPr>
          <a:xfrm>
            <a:off x="3128611" y="4780529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A40A73C-DC82-41A0-8D73-87520CDA86E2}"/>
              </a:ext>
            </a:extLst>
          </p:cNvPr>
          <p:cNvSpPr/>
          <p:nvPr/>
        </p:nvSpPr>
        <p:spPr>
          <a:xfrm>
            <a:off x="3194376" y="4846293"/>
            <a:ext cx="48471" cy="48471"/>
          </a:xfrm>
          <a:prstGeom prst="ellipse">
            <a:avLst/>
          </a:prstGeom>
          <a:solidFill>
            <a:srgbClr val="002060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C319A48-86A9-C951-D7F7-5281A7D54159}"/>
                  </a:ext>
                </a:extLst>
              </p:cNvPr>
              <p:cNvSpPr txBox="1"/>
              <p:nvPr/>
            </p:nvSpPr>
            <p:spPr>
              <a:xfrm>
                <a:off x="2812864" y="4593529"/>
                <a:ext cx="2140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F58FFE0-02CC-2CD7-1E8E-3869B9E46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864" y="4593529"/>
                <a:ext cx="214033" cy="276999"/>
              </a:xfrm>
              <a:prstGeom prst="rect">
                <a:avLst/>
              </a:prstGeom>
              <a:blipFill>
                <a:blip r:embed="rId7"/>
                <a:stretch>
                  <a:fillRect l="-25000" r="-22222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C0548ED6-D218-CDB6-0561-A54719349B06}"/>
              </a:ext>
            </a:extLst>
          </p:cNvPr>
          <p:cNvGrpSpPr/>
          <p:nvPr/>
        </p:nvGrpSpPr>
        <p:grpSpPr>
          <a:xfrm>
            <a:off x="5520000" y="3583381"/>
            <a:ext cx="1152000" cy="588367"/>
            <a:chOff x="5520000" y="3583381"/>
            <a:chExt cx="1152000" cy="588367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3D320E6-8B2B-5261-A6D1-111FE735CC9C}"/>
                </a:ext>
              </a:extLst>
            </p:cNvPr>
            <p:cNvSpPr/>
            <p:nvPr/>
          </p:nvSpPr>
          <p:spPr>
            <a:xfrm>
              <a:off x="6080203" y="3876565"/>
              <a:ext cx="48471" cy="48471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E8E21EDC-C5C5-838E-E9D7-8B3FDC020C56}"/>
                    </a:ext>
                  </a:extLst>
                </p:cNvPr>
                <p:cNvSpPr txBox="1"/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FDEB27B-0EA1-F9A4-E42C-572E59DD0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49D591BC-F1CC-F1BC-FA58-ABC869F8208D}"/>
                </a:ext>
              </a:extLst>
            </p:cNvPr>
            <p:cNvGrpSpPr/>
            <p:nvPr/>
          </p:nvGrpSpPr>
          <p:grpSpPr>
            <a:xfrm>
              <a:off x="5520000" y="3595748"/>
              <a:ext cx="1152000" cy="576000"/>
              <a:chOff x="4651128" y="2719448"/>
              <a:chExt cx="1152000" cy="576000"/>
            </a:xfrm>
          </p:grpSpPr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7A5CD4B4-6201-3D88-4CB9-FA30124504BB}"/>
                  </a:ext>
                </a:extLst>
              </p:cNvPr>
              <p:cNvSpPr/>
              <p:nvPr/>
            </p:nvSpPr>
            <p:spPr>
              <a:xfrm>
                <a:off x="4692650" y="2774949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ED6D422-5719-C312-9039-EAA3173A38C3}"/>
                  </a:ext>
                </a:extLst>
              </p:cNvPr>
              <p:cNvSpPr/>
              <p:nvPr/>
            </p:nvSpPr>
            <p:spPr>
              <a:xfrm>
                <a:off x="4692650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AB50512F-9957-C6A8-CB5B-B9BCE9AA6E9B}"/>
                  </a:ext>
                </a:extLst>
              </p:cNvPr>
              <p:cNvSpPr/>
              <p:nvPr/>
            </p:nvSpPr>
            <p:spPr>
              <a:xfrm>
                <a:off x="5584825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2A1CB2F0-1510-A1EE-411E-5A7CB717F8ED}"/>
                  </a:ext>
                </a:extLst>
              </p:cNvPr>
              <p:cNvSpPr/>
              <p:nvPr/>
            </p:nvSpPr>
            <p:spPr>
              <a:xfrm>
                <a:off x="5584825" y="277494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Rectangle : coins arrondis 23">
                <a:extLst>
                  <a:ext uri="{FF2B5EF4-FFF2-40B4-BE49-F238E27FC236}">
                    <a16:creationId xmlns:a16="http://schemas.microsoft.com/office/drawing/2014/main" id="{11CAA897-2D35-F33A-B33C-982F0A84DD06}"/>
                  </a:ext>
                </a:extLst>
              </p:cNvPr>
              <p:cNvSpPr/>
              <p:nvPr/>
            </p:nvSpPr>
            <p:spPr>
              <a:xfrm>
                <a:off x="4651128" y="2719448"/>
                <a:ext cx="1152000" cy="576000"/>
              </a:xfrm>
              <a:prstGeom prst="round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211B23AD-834A-54DD-6B68-7F61E9BEAD43}"/>
              </a:ext>
            </a:extLst>
          </p:cNvPr>
          <p:cNvCxnSpPr>
            <a:cxnSpLocks/>
            <a:stCxn id="29" idx="1"/>
            <a:endCxn id="18" idx="1"/>
          </p:cNvCxnSpPr>
          <p:nvPr/>
        </p:nvCxnSpPr>
        <p:spPr>
          <a:xfrm flipH="1" flipV="1">
            <a:off x="9387895" y="492450"/>
            <a:ext cx="127279" cy="12727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92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e 37">
            <a:extLst>
              <a:ext uri="{FF2B5EF4-FFF2-40B4-BE49-F238E27FC236}">
                <a16:creationId xmlns:a16="http://schemas.microsoft.com/office/drawing/2014/main" id="{E126C137-CE8B-F475-CC68-B5B1767E040D}"/>
              </a:ext>
            </a:extLst>
          </p:cNvPr>
          <p:cNvGrpSpPr/>
          <p:nvPr/>
        </p:nvGrpSpPr>
        <p:grpSpPr>
          <a:xfrm>
            <a:off x="633908" y="1721608"/>
            <a:ext cx="5870867" cy="2859959"/>
            <a:chOff x="625441" y="1721608"/>
            <a:chExt cx="5870867" cy="2859959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B811280D-8945-D756-01E0-AEE56AC24CE5}"/>
                </a:ext>
              </a:extLst>
            </p:cNvPr>
            <p:cNvGrpSpPr/>
            <p:nvPr/>
          </p:nvGrpSpPr>
          <p:grpSpPr>
            <a:xfrm>
              <a:off x="3503285" y="1721608"/>
              <a:ext cx="2993023" cy="2859959"/>
              <a:chOff x="-180530" y="281011"/>
              <a:chExt cx="2993023" cy="2859959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33379023-A314-1DAE-32B3-BC368C7CEEAF}"/>
                  </a:ext>
                </a:extLst>
              </p:cNvPr>
              <p:cNvGrpSpPr/>
              <p:nvPr/>
            </p:nvGrpSpPr>
            <p:grpSpPr>
              <a:xfrm rot="20700000">
                <a:off x="780713" y="386845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19" name="Connecteur droit 18">
                  <a:extLst>
                    <a:ext uri="{FF2B5EF4-FFF2-40B4-BE49-F238E27FC236}">
                      <a16:creationId xmlns:a16="http://schemas.microsoft.com/office/drawing/2014/main" id="{9112E6CB-F200-F31F-4666-85A9A99D54BB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necteur droit 19">
                  <a:extLst>
                    <a:ext uri="{FF2B5EF4-FFF2-40B4-BE49-F238E27FC236}">
                      <a16:creationId xmlns:a16="http://schemas.microsoft.com/office/drawing/2014/main" id="{6FAD1CED-4771-ED21-7E9C-E823FB7690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2F8B166C-EC3E-9DA5-9C3E-08F2EA30F4D1}"/>
                  </a:ext>
                </a:extLst>
              </p:cNvPr>
              <p:cNvGrpSpPr/>
              <p:nvPr/>
            </p:nvGrpSpPr>
            <p:grpSpPr>
              <a:xfrm>
                <a:off x="971600" y="548680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17" name="Connecteur droit 16">
                  <a:extLst>
                    <a:ext uri="{FF2B5EF4-FFF2-40B4-BE49-F238E27FC236}">
                      <a16:creationId xmlns:a16="http://schemas.microsoft.com/office/drawing/2014/main" id="{EB42BDB2-BD18-55FA-E348-9073B903369A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necteur droit 17">
                  <a:extLst>
                    <a:ext uri="{FF2B5EF4-FFF2-40B4-BE49-F238E27FC236}">
                      <a16:creationId xmlns:a16="http://schemas.microsoft.com/office/drawing/2014/main" id="{67746CDB-06B7-0460-3264-8E20A3F53A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7C03E094-B941-6366-978A-30A988B72E80}"/>
                  </a:ext>
                </a:extLst>
              </p:cNvPr>
              <p:cNvSpPr/>
              <p:nvPr/>
            </p:nvSpPr>
            <p:spPr>
              <a:xfrm>
                <a:off x="873610" y="1869528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AE4B492F-ED84-B0BE-0AEA-70D3BBD94413}"/>
                  </a:ext>
                </a:extLst>
              </p:cNvPr>
              <p:cNvSpPr/>
              <p:nvPr/>
            </p:nvSpPr>
            <p:spPr>
              <a:xfrm>
                <a:off x="945610" y="1941528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C0036EC1-AC3E-F460-C3BB-95B046ABAF10}"/>
                  </a:ext>
                </a:extLst>
              </p:cNvPr>
              <p:cNvSpPr/>
              <p:nvPr/>
            </p:nvSpPr>
            <p:spPr>
              <a:xfrm>
                <a:off x="-180530" y="836712"/>
                <a:ext cx="2304258" cy="2304258"/>
              </a:xfrm>
              <a:prstGeom prst="arc">
                <a:avLst>
                  <a:gd name="adj1" fmla="val 20716967"/>
                  <a:gd name="adj2" fmla="val 0"/>
                </a:avLst>
              </a:prstGeom>
              <a:ln>
                <a:solidFill>
                  <a:srgbClr val="7030A0"/>
                </a:solidFill>
                <a:head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ZoneTexte 9">
                    <a:extLst>
                      <a:ext uri="{FF2B5EF4-FFF2-40B4-BE49-F238E27FC236}">
                        <a16:creationId xmlns:a16="http://schemas.microsoft.com/office/drawing/2014/main" id="{59F34FB8-E791-ABC3-190C-A69F2B4C1D29}"/>
                      </a:ext>
                    </a:extLst>
                  </p:cNvPr>
                  <p:cNvSpPr txBox="1"/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0" name="ZoneTexte 9">
                    <a:extLst>
                      <a:ext uri="{FF2B5EF4-FFF2-40B4-BE49-F238E27FC236}">
                        <a16:creationId xmlns:a16="http://schemas.microsoft.com/office/drawing/2014/main" id="{59F34FB8-E791-ABC3-190C-A69F2B4C1D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6923" t="-36585" r="-100000" b="-243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ZoneTexte 10">
                    <a:extLst>
                      <a:ext uri="{FF2B5EF4-FFF2-40B4-BE49-F238E27FC236}">
                        <a16:creationId xmlns:a16="http://schemas.microsoft.com/office/drawing/2014/main" id="{8BBE66A5-E35C-1B4B-D795-F0617DF560C6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1" name="ZoneTexte 10">
                    <a:extLst>
                      <a:ext uri="{FF2B5EF4-FFF2-40B4-BE49-F238E27FC236}">
                        <a16:creationId xmlns:a16="http://schemas.microsoft.com/office/drawing/2014/main" id="{8BBE66A5-E35C-1B4B-D795-F0617DF560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630" t="-36585" r="-96296" b="-2195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ZoneTexte 11">
                    <a:extLst>
                      <a:ext uri="{FF2B5EF4-FFF2-40B4-BE49-F238E27FC236}">
                        <a16:creationId xmlns:a16="http://schemas.microsoft.com/office/drawing/2014/main" id="{B38ADBDA-555D-D5CA-DFB6-72277CFAAE9E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2" name="ZoneTexte 11">
                    <a:extLst>
                      <a:ext uri="{FF2B5EF4-FFF2-40B4-BE49-F238E27FC236}">
                        <a16:creationId xmlns:a16="http://schemas.microsoft.com/office/drawing/2014/main" id="{B38ADBDA-555D-D5CA-DFB6-72277CFAA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167" t="-40000" r="-108333" b="-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ZoneTexte 12">
                    <a:extLst>
                      <a:ext uri="{FF2B5EF4-FFF2-40B4-BE49-F238E27FC236}">
                        <a16:creationId xmlns:a16="http://schemas.microsoft.com/office/drawing/2014/main" id="{17BA7FDD-5ECF-0266-DADF-E55684F54172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392" y="1740548"/>
                    <a:ext cx="313739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3" name="ZoneTexte 12">
                    <a:extLst>
                      <a:ext uri="{FF2B5EF4-FFF2-40B4-BE49-F238E27FC236}">
                        <a16:creationId xmlns:a16="http://schemas.microsoft.com/office/drawing/2014/main" id="{17BA7FDD-5ECF-0266-DADF-E55684F541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4392" y="1740548"/>
                    <a:ext cx="313739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765" r="-3922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ZoneTexte 13">
                    <a:extLst>
                      <a:ext uri="{FF2B5EF4-FFF2-40B4-BE49-F238E27FC236}">
                        <a16:creationId xmlns:a16="http://schemas.microsoft.com/office/drawing/2014/main" id="{4CC039D4-0A44-DC7E-5CD6-CDDDED0DCCA4}"/>
                      </a:ext>
                    </a:extLst>
                  </p:cNvPr>
                  <p:cNvSpPr txBox="1"/>
                  <p:nvPr/>
                </p:nvSpPr>
                <p:spPr>
                  <a:xfrm>
                    <a:off x="2417192" y="1458251"/>
                    <a:ext cx="39530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4" name="ZoneTexte 13">
                    <a:extLst>
                      <a:ext uri="{FF2B5EF4-FFF2-40B4-BE49-F238E27FC236}">
                        <a16:creationId xmlns:a16="http://schemas.microsoft.com/office/drawing/2014/main" id="{4CC039D4-0A44-DC7E-5CD6-CDDDED0DC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7192" y="1458251"/>
                    <a:ext cx="395301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154" r="-1538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969FE864-E539-0495-C0F1-D1BA56D61BE8}"/>
                      </a:ext>
                    </a:extLst>
                  </p:cNvPr>
                  <p:cNvSpPr txBox="1"/>
                  <p:nvPr/>
                </p:nvSpPr>
                <p:spPr>
                  <a:xfrm>
                    <a:off x="494181" y="281011"/>
                    <a:ext cx="38850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𝐻𝐷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969FE864-E539-0495-C0F1-D1BA56D61B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181" y="281011"/>
                    <a:ext cx="388504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7937" r="-3175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B727EC0E-3007-A822-DA20-469BBC533EBD}"/>
                  </a:ext>
                </a:extLst>
              </p:cNvPr>
              <p:cNvSpPr txBox="1"/>
              <p:nvPr/>
            </p:nvSpPr>
            <p:spPr>
              <a:xfrm>
                <a:off x="1870700" y="1453663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fr-FR" sz="1200" dirty="0"/>
              </a:p>
            </p:txBody>
          </p:sp>
        </p:grp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F03C77A7-E3B1-D662-88D6-0F1AE952B57D}"/>
                </a:ext>
              </a:extLst>
            </p:cNvPr>
            <p:cNvGrpSpPr/>
            <p:nvPr/>
          </p:nvGrpSpPr>
          <p:grpSpPr>
            <a:xfrm>
              <a:off x="625441" y="1721608"/>
              <a:ext cx="2894855" cy="2859959"/>
              <a:chOff x="-180530" y="281011"/>
              <a:chExt cx="2894855" cy="2859959"/>
            </a:xfrm>
          </p:grpSpPr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0C37FABF-9796-5722-EB64-5000BD43EA4C}"/>
                  </a:ext>
                </a:extLst>
              </p:cNvPr>
              <p:cNvGrpSpPr/>
              <p:nvPr/>
            </p:nvGrpSpPr>
            <p:grpSpPr>
              <a:xfrm rot="20700000">
                <a:off x="780713" y="386845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36" name="Connecteur droit 35">
                  <a:extLst>
                    <a:ext uri="{FF2B5EF4-FFF2-40B4-BE49-F238E27FC236}">
                      <a16:creationId xmlns:a16="http://schemas.microsoft.com/office/drawing/2014/main" id="{781D8843-E0A0-C9A4-4237-514574FAE99E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necteur droit 36">
                  <a:extLst>
                    <a:ext uri="{FF2B5EF4-FFF2-40B4-BE49-F238E27FC236}">
                      <a16:creationId xmlns:a16="http://schemas.microsoft.com/office/drawing/2014/main" id="{3D93FD1E-790E-1D1F-800D-0C68103EC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id="{94F172BC-6A17-D72C-3A50-8B57690245B6}"/>
                  </a:ext>
                </a:extLst>
              </p:cNvPr>
              <p:cNvGrpSpPr/>
              <p:nvPr/>
            </p:nvGrpSpPr>
            <p:grpSpPr>
              <a:xfrm>
                <a:off x="971600" y="548680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id="{B1AA265C-12E2-D42C-B70E-A0A4C633FA47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34">
                  <a:extLst>
                    <a:ext uri="{FF2B5EF4-FFF2-40B4-BE49-F238E27FC236}">
                      <a16:creationId xmlns:a16="http://schemas.microsoft.com/office/drawing/2014/main" id="{CAAC4A5D-E801-8FC4-2157-1E5E3B3D9E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21CACFE7-E13A-B6B3-44FF-BD700C34BEBA}"/>
                  </a:ext>
                </a:extLst>
              </p:cNvPr>
              <p:cNvSpPr/>
              <p:nvPr/>
            </p:nvSpPr>
            <p:spPr>
              <a:xfrm>
                <a:off x="873610" y="1869528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8B5E6C1E-0F8E-69D7-748F-45D98DE05D5D}"/>
                  </a:ext>
                </a:extLst>
              </p:cNvPr>
              <p:cNvSpPr/>
              <p:nvPr/>
            </p:nvSpPr>
            <p:spPr>
              <a:xfrm>
                <a:off x="945610" y="1941528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3744D18F-FF3E-5D30-B36D-2011FD434CDD}"/>
                  </a:ext>
                </a:extLst>
              </p:cNvPr>
              <p:cNvSpPr/>
              <p:nvPr/>
            </p:nvSpPr>
            <p:spPr>
              <a:xfrm>
                <a:off x="-180530" y="836712"/>
                <a:ext cx="2304258" cy="2304258"/>
              </a:xfrm>
              <a:prstGeom prst="arc">
                <a:avLst>
                  <a:gd name="adj1" fmla="val 20716967"/>
                  <a:gd name="adj2" fmla="val 0"/>
                </a:avLst>
              </a:prstGeom>
              <a:ln>
                <a:solidFill>
                  <a:srgbClr val="C00000"/>
                </a:solidFill>
                <a:head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ZoneTexte 26">
                    <a:extLst>
                      <a:ext uri="{FF2B5EF4-FFF2-40B4-BE49-F238E27FC236}">
                        <a16:creationId xmlns:a16="http://schemas.microsoft.com/office/drawing/2014/main" id="{2AC64C60-CC8A-12F0-C1FA-CBFF8AFC8C3A}"/>
                      </a:ext>
                    </a:extLst>
                  </p:cNvPr>
                  <p:cNvSpPr txBox="1"/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27" name="ZoneTexte 26">
                    <a:extLst>
                      <a:ext uri="{FF2B5EF4-FFF2-40B4-BE49-F238E27FC236}">
                        <a16:creationId xmlns:a16="http://schemas.microsoft.com/office/drawing/2014/main" id="{2AC64C60-CC8A-12F0-C1FA-CBFF8AFC8C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5954" y="1865728"/>
                    <a:ext cx="161711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6923" t="-36585" r="-100000" b="-243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ZoneTexte 27">
                    <a:extLst>
                      <a:ext uri="{FF2B5EF4-FFF2-40B4-BE49-F238E27FC236}">
                        <a16:creationId xmlns:a16="http://schemas.microsoft.com/office/drawing/2014/main" id="{DA90700C-77D4-8713-8962-38F9563916E3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28" name="ZoneTexte 27">
                    <a:extLst>
                      <a:ext uri="{FF2B5EF4-FFF2-40B4-BE49-F238E27FC236}">
                        <a16:creationId xmlns:a16="http://schemas.microsoft.com/office/drawing/2014/main" id="{DA90700C-77D4-8713-8962-38F9563916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81011"/>
                    <a:ext cx="165430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9630" t="-36585" r="-96296" b="-2195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ZoneTexte 28">
                    <a:extLst>
                      <a:ext uri="{FF2B5EF4-FFF2-40B4-BE49-F238E27FC236}">
                        <a16:creationId xmlns:a16="http://schemas.microsoft.com/office/drawing/2014/main" id="{85A2EF77-F78F-F35F-A7E2-C7F6A15A8254}"/>
                      </a:ext>
                    </a:extLst>
                  </p:cNvPr>
                  <p:cNvSpPr txBox="1"/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29" name="ZoneTexte 28">
                    <a:extLst>
                      <a:ext uri="{FF2B5EF4-FFF2-40B4-BE49-F238E27FC236}">
                        <a16:creationId xmlns:a16="http://schemas.microsoft.com/office/drawing/2014/main" id="{85A2EF77-F78F-F35F-A7E2-C7F6A15A82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0538" y="2131415"/>
                    <a:ext cx="149400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9167" t="-40000" r="-108333" b="-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ZoneTexte 29">
                    <a:extLst>
                      <a:ext uri="{FF2B5EF4-FFF2-40B4-BE49-F238E27FC236}">
                        <a16:creationId xmlns:a16="http://schemas.microsoft.com/office/drawing/2014/main" id="{07F8C94E-E0C5-7FEF-8B08-9A062DB63BE6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392" y="1740548"/>
                    <a:ext cx="12631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30" name="ZoneTexte 29">
                    <a:extLst>
                      <a:ext uri="{FF2B5EF4-FFF2-40B4-BE49-F238E27FC236}">
                        <a16:creationId xmlns:a16="http://schemas.microsoft.com/office/drawing/2014/main" id="{07F8C94E-E0C5-7FEF-8B08-9A062DB63B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4392" y="1740548"/>
                    <a:ext cx="126317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0000" r="-3000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ZoneTexte 30">
                    <a:extLst>
                      <a:ext uri="{FF2B5EF4-FFF2-40B4-BE49-F238E27FC236}">
                        <a16:creationId xmlns:a16="http://schemas.microsoft.com/office/drawing/2014/main" id="{791C3A18-E999-03DD-17B2-09512822AC85}"/>
                      </a:ext>
                    </a:extLst>
                  </p:cNvPr>
                  <p:cNvSpPr txBox="1"/>
                  <p:nvPr/>
                </p:nvSpPr>
                <p:spPr>
                  <a:xfrm>
                    <a:off x="2417192" y="1458251"/>
                    <a:ext cx="297133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31" name="ZoneTexte 30">
                    <a:extLst>
                      <a:ext uri="{FF2B5EF4-FFF2-40B4-BE49-F238E27FC236}">
                        <a16:creationId xmlns:a16="http://schemas.microsoft.com/office/drawing/2014/main" id="{791C3A18-E999-03DD-17B2-09512822AC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7192" y="1458251"/>
                    <a:ext cx="297133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163" r="-4082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ZoneTexte 31">
                    <a:extLst>
                      <a:ext uri="{FF2B5EF4-FFF2-40B4-BE49-F238E27FC236}">
                        <a16:creationId xmlns:a16="http://schemas.microsoft.com/office/drawing/2014/main" id="{5C37E32C-CAE4-F74A-467F-39D9205CB32C}"/>
                      </a:ext>
                    </a:extLst>
                  </p:cNvPr>
                  <p:cNvSpPr txBox="1"/>
                  <p:nvPr/>
                </p:nvSpPr>
                <p:spPr>
                  <a:xfrm>
                    <a:off x="536516" y="281011"/>
                    <a:ext cx="29444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32" name="ZoneTexte 31">
                    <a:extLst>
                      <a:ext uri="{FF2B5EF4-FFF2-40B4-BE49-F238E27FC236}">
                        <a16:creationId xmlns:a16="http://schemas.microsoft.com/office/drawing/2014/main" id="{5C37E32C-CAE4-F74A-467F-39D9205CB3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516" y="281011"/>
                    <a:ext cx="294440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667" b="-21951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6D38C86-523D-601B-408F-B03B956E0212}"/>
                  </a:ext>
                </a:extLst>
              </p:cNvPr>
              <p:cNvSpPr txBox="1"/>
              <p:nvPr/>
            </p:nvSpPr>
            <p:spPr>
              <a:xfrm>
                <a:off x="1870700" y="1453663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fr-FR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107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5B4F-C0E0-A648-356B-CB4550E6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9E8A4D1-0111-9B71-040B-A441D54D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inverse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5CAE9EC-5093-714D-BE89-7C5EE8BE6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39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1033314-DAEF-3C58-6EAF-654339C65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24487" y="226621"/>
                <a:ext cx="3283191" cy="4796556"/>
              </a:xfrm>
            </p:spPr>
            <p:txBody>
              <a:bodyPr>
                <a:normAutofit/>
              </a:bodyPr>
              <a:lstStyle/>
              <a:p>
                <a:r>
                  <a:rPr lang="fr-FR" sz="1800" dirty="0"/>
                  <a:t>On note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endParaRPr lang="fr-FR" sz="1600" b="0" dirty="0"/>
              </a:p>
              <a:p>
                <a:pPr lvl="1"/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𝐵𝐺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dirty="0"/>
              </a:p>
              <a:p>
                <a:endParaRPr lang="fr-FR" sz="1800" dirty="0"/>
              </a:p>
              <a:p>
                <a:r>
                  <a:rPr lang="fr-FR" sz="1800" dirty="0"/>
                  <a:t>Le triangle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fr-FR" sz="1800" dirty="0"/>
                  <a:t> est rectangle en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sz="1800" dirty="0"/>
                  <a:t>. On a donc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sz="1800" dirty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:endParaRPr lang="fr-FR" sz="18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1033314-DAEF-3C58-6EAF-654339C65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24487" y="226621"/>
                <a:ext cx="3283191" cy="4796556"/>
              </a:xfrm>
              <a:blipFill>
                <a:blip r:embed="rId3"/>
                <a:stretch>
                  <a:fillRect l="-1299" t="-11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6214CE3E-F031-C1D2-C208-F4DAC56D26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5797" y="250371"/>
                <a:ext cx="5789195" cy="6031676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2000" dirty="0"/>
                  <a:t>On a</a:t>
                </a:r>
              </a:p>
              <a:p>
                <a:pPr lvl="1"/>
                <a:endParaRPr lang="fr-FR" sz="1600" strike="sngStrike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 strike="sngStrike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trike="sngStrike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fr-FR" sz="1600" i="1" strike="sngStrike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fr-FR" sz="1600" strike="sngStrike" dirty="0">
                    <a:solidFill>
                      <a:schemeClr val="accent1"/>
                    </a:solidFill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 strike="sngStrike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 strike="sngStrike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600" b="0" i="1" strike="sngStrike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trike="sngStrike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600" b="0" i="1" strike="sngStrike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600" b="0" i="1" strike="sngStrike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600" i="1" strike="sngStrik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 strike="sngStrik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fr-FR" sz="1600" i="1" strike="sngStrike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trike="sngStrike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1600" i="1" strike="sngStrike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sz="1600" i="1" strike="sngStrike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 strike="sngStrike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600" strike="sngStrike" dirty="0"/>
                  <a:t> </a:t>
                </a:r>
                <a14:m>
                  <m:oMath xmlns:m="http://schemas.openxmlformats.org/officeDocument/2006/math">
                    <m:r>
                      <a:rPr lang="fr-FR" sz="1600" i="1" strike="sngStrike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600" i="1" strike="sngStrike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 strike="sngStrike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strike="sngStrike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 strike="sngStrike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r>
                          <a:rPr lang="fr-FR" sz="1600" b="0" i="1" strike="sngStrike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fr-FR" sz="1600" strike="sngStrike" dirty="0">
                  <a:solidFill>
                    <a:schemeClr val="accent1"/>
                  </a:solidFill>
                </a:endParaRPr>
              </a:p>
              <a:p>
                <a:pPr lvl="1"/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600" dirty="0"/>
                  <a:t>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</m:oMath>
                </a14:m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6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6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endParaRPr lang="fr-FR" sz="12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endParaRPr lang="fr-FR" sz="1200" dirty="0"/>
              </a:p>
              <a:p>
                <a:r>
                  <a:rPr lang="fr-FR" sz="2000" dirty="0"/>
                  <a:t>On a donc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6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6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6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6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600" b="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den>
                    </m:f>
                  </m:oMath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r>
                  <a:rPr lang="fr-FR" sz="2000" dirty="0"/>
                  <a:t>Pour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sz="20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600" b="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num>
                      <m:den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den>
                    </m:f>
                  </m:oMath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625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675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750</m:t>
                            </m:r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775</m:t>
                            </m:r>
                          </m:e>
                        </m:d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600" b="0" dirty="0"/>
              </a:p>
              <a:p>
                <a:pPr lvl="1"/>
                <a:endParaRPr lang="fr-FR" sz="1600" dirty="0"/>
              </a:p>
              <a:p>
                <a:endParaRPr lang="fr-FR" sz="2000" dirty="0"/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6214CE3E-F031-C1D2-C208-F4DAC56D2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97" y="250371"/>
                <a:ext cx="5789195" cy="6031676"/>
              </a:xfrm>
              <a:prstGeom prst="rect">
                <a:avLst/>
              </a:prstGeom>
              <a:blipFill>
                <a:blip r:embed="rId4"/>
                <a:stretch>
                  <a:fillRect l="-737" t="-1515" b="-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C66E6026-03D5-5772-B6DD-31A1E5CFD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76" y="250371"/>
            <a:ext cx="3097220" cy="21947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108925-4AA9-57AC-79A7-6794ADA6B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76" y="3126528"/>
            <a:ext cx="3055086" cy="128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2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B83FBF3-5237-87B3-44ED-76892FFB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direct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0D49C7D-C20D-9F2A-BEE2-D4431F0C9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43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357D-EB8F-AAB2-1180-B504A3BE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8BD166E2-CCA3-F9FF-2F78-6291C23991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0079" y="0"/>
                <a:ext cx="5232521" cy="6444838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800" dirty="0"/>
                  <a:t>On a 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fr-FR" sz="1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400" i="1" dirty="0"/>
              </a:p>
              <a:p>
                <a:pPr lvl="1"/>
                <a:endParaRPr lang="fr-FR" sz="1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𝐻𝐺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400" i="1" dirty="0"/>
              </a:p>
              <a:p>
                <a:pPr lvl="1"/>
                <a:r>
                  <a:rPr lang="fr-FR" sz="1400" i="1" dirty="0"/>
                  <a:t>X</a:t>
                </a:r>
                <a:r>
                  <a:rPr lang="fr-FR" sz="1400" i="1" baseline="-25000" dirty="0"/>
                  <a:t>HG</a:t>
                </a:r>
                <a:r>
                  <a:rPr lang="fr-FR" sz="1400" i="1" dirty="0"/>
                  <a:t> &lt;0 , Y</a:t>
                </a:r>
                <a:r>
                  <a:rPr lang="fr-FR" sz="1400" i="1" baseline="-25000" dirty="0"/>
                  <a:t>HG</a:t>
                </a:r>
                <a:r>
                  <a:rPr lang="fr-FR" sz="1400" i="1" dirty="0"/>
                  <a:t> &gt;0 , </a:t>
                </a:r>
                <a:r>
                  <a:rPr lang="fr-FR" sz="1400" i="1" dirty="0" err="1"/>
                  <a:t>phi_HG</a:t>
                </a:r>
                <a:r>
                  <a:rPr lang="fr-FR" sz="1400" i="1" dirty="0"/>
                  <a:t> compris entre pi/2 et pi</a:t>
                </a:r>
              </a:p>
              <a:p>
                <a:pPr lvl="1"/>
                <a:endParaRPr lang="fr-FR" sz="1400" dirty="0"/>
              </a:p>
              <a:p>
                <a:r>
                  <a:rPr lang="fr-FR" sz="1800" dirty="0"/>
                  <a:t>Projection dans 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𝑯𝑫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fr-FR" sz="1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𝑯𝑫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𝐻𝐺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𝐻𝐺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𝐻𝐺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</p:txBody>
          </p:sp>
        </mc:Choice>
        <mc:Fallback xmlns="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8BD166E2-CCA3-F9FF-2F78-6291C2399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079" y="0"/>
                <a:ext cx="5232521" cy="6444838"/>
              </a:xfrm>
              <a:prstGeom prst="rect">
                <a:avLst/>
              </a:prstGeom>
              <a:blipFill>
                <a:blip r:embed="rId3"/>
                <a:stretch>
                  <a:fillRect l="-583" t="-6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820996E6-E056-7475-05F2-DC2E7E6B6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37056" y="-1164527"/>
            <a:ext cx="5874111" cy="416250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CB22B06-98F1-8811-8278-4F52C90DE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76" y="3126528"/>
            <a:ext cx="3055086" cy="128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contenu 2">
                <a:extLst>
                  <a:ext uri="{FF2B5EF4-FFF2-40B4-BE49-F238E27FC236}">
                    <a16:creationId xmlns:a16="http://schemas.microsoft.com/office/drawing/2014/main" id="{7FBC8D4F-EB7D-739E-59C8-54CEB23CD3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02600" y="-95891"/>
                <a:ext cx="5661526" cy="5113059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800" dirty="0"/>
                  <a:t>On a 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fr-FR" sz="1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400" i="1" dirty="0"/>
              </a:p>
              <a:p>
                <a:pPr lvl="1"/>
                <a:endParaRPr lang="fr-FR" sz="1400" i="1" dirty="0">
                  <a:latin typeface="Cambria Math" panose="02040503050406030204" pitchFamily="18" charset="0"/>
                </a:endParaRPr>
              </a:p>
              <a:p>
                <a:pPr lvl="1"/>
                <a:endParaRPr lang="fr-FR" sz="1400" dirty="0"/>
              </a:p>
              <a:p>
                <a:r>
                  <a:rPr lang="fr-FR" sz="1800" dirty="0"/>
                  <a:t>Projection dans 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𝐵𝐷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acc>
                          <m:accPr>
                            <m:chr m:val="⃗"/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𝐵𝐷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𝐵𝐷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FR" sz="14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fr-FR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𝐵𝐷</m:t>
                        </m:r>
                      </m:sub>
                    </m:sSub>
                    <m:r>
                      <a:rPr lang="fr-FR" sz="1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𝐵𝐷</m:t>
                        </m:r>
                      </m:sub>
                    </m:sSub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sub>
                        </m:sSub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sz="14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FR" sz="1400" i="1" dirty="0"/>
              </a:p>
              <a:p>
                <a:pPr lvl="1"/>
                <a:endParaRPr lang="fr-FR" sz="1400" i="1" dirty="0"/>
              </a:p>
              <a:p>
                <a:pPr lvl="1"/>
                <a:endParaRPr lang="fr-FR" sz="1400" i="1" dirty="0"/>
              </a:p>
            </p:txBody>
          </p:sp>
        </mc:Choice>
        <mc:Fallback xmlns="">
          <p:sp>
            <p:nvSpPr>
              <p:cNvPr id="8" name="Espace réservé du contenu 2">
                <a:extLst>
                  <a:ext uri="{FF2B5EF4-FFF2-40B4-BE49-F238E27FC236}">
                    <a16:creationId xmlns:a16="http://schemas.microsoft.com/office/drawing/2014/main" id="{7FBC8D4F-EB7D-739E-59C8-54CEB23C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600" y="-95891"/>
                <a:ext cx="5661526" cy="5113059"/>
              </a:xfrm>
              <a:prstGeom prst="rect">
                <a:avLst/>
              </a:prstGeom>
              <a:blipFill>
                <a:blip r:embed="rId6"/>
                <a:stretch>
                  <a:fillRect l="-646" t="-1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87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7A5C3-38F7-F10B-EBC1-8D999F19C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1BEF27B-5335-8671-CDD9-5D5435B0B04D}"/>
              </a:ext>
            </a:extLst>
          </p:cNvPr>
          <p:cNvCxnSpPr>
            <a:cxnSpLocks/>
            <a:stCxn id="85" idx="7"/>
            <a:endCxn id="8" idx="1"/>
          </p:cNvCxnSpPr>
          <p:nvPr/>
        </p:nvCxnSpPr>
        <p:spPr>
          <a:xfrm flipV="1">
            <a:off x="6607337" y="492450"/>
            <a:ext cx="2780558" cy="318515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07B11ED-8E93-6846-3EAC-9F9323C385E2}"/>
              </a:ext>
            </a:extLst>
          </p:cNvPr>
          <p:cNvCxnSpPr>
            <a:cxnSpLocks/>
            <a:stCxn id="20" idx="6"/>
            <a:endCxn id="8" idx="0"/>
          </p:cNvCxnSpPr>
          <p:nvPr/>
        </p:nvCxnSpPr>
        <p:spPr>
          <a:xfrm flipV="1">
            <a:off x="6642136" y="413369"/>
            <a:ext cx="2936678" cy="727637"/>
          </a:xfrm>
          <a:prstGeom prst="line">
            <a:avLst/>
          </a:prstGeom>
          <a:ln w="9525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>
            <a:extLst>
              <a:ext uri="{FF2B5EF4-FFF2-40B4-BE49-F238E27FC236}">
                <a16:creationId xmlns:a16="http://schemas.microsoft.com/office/drawing/2014/main" id="{C7F71DCA-9654-93E5-E0D6-A9222B208ADE}"/>
              </a:ext>
            </a:extLst>
          </p:cNvPr>
          <p:cNvGrpSpPr/>
          <p:nvPr/>
        </p:nvGrpSpPr>
        <p:grpSpPr>
          <a:xfrm>
            <a:off x="2360064" y="413369"/>
            <a:ext cx="7488750" cy="5318744"/>
            <a:chOff x="2360064" y="413369"/>
            <a:chExt cx="7488750" cy="5318744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1ADE0674-2609-28E7-F4A5-D9ADEDF39355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98F4149-615E-AFF4-12D6-A4E62C5B9858}"/>
                </a:ext>
              </a:extLst>
            </p:cNvPr>
            <p:cNvSpPr/>
            <p:nvPr/>
          </p:nvSpPr>
          <p:spPr>
            <a:xfrm>
              <a:off x="930881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5DC3A861-A832-D2B5-B3CF-474E6FFF9D70}"/>
                </a:ext>
              </a:extLst>
            </p:cNvPr>
            <p:cNvSpPr/>
            <p:nvPr/>
          </p:nvSpPr>
          <p:spPr>
            <a:xfrm>
              <a:off x="948881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F83D2CE-9BC6-AC2B-A01C-58C88E09AD6B}"/>
                </a:ext>
              </a:extLst>
            </p:cNvPr>
            <p:cNvSpPr/>
            <p:nvPr/>
          </p:nvSpPr>
          <p:spPr>
            <a:xfrm>
              <a:off x="236006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45AF4BDC-9AEB-1086-ECC5-9C2B34FDD6D5}"/>
                </a:ext>
              </a:extLst>
            </p:cNvPr>
            <p:cNvSpPr/>
            <p:nvPr/>
          </p:nvSpPr>
          <p:spPr>
            <a:xfrm>
              <a:off x="254006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9EF9F99-AFBA-6182-A379-EBEACD2A6133}"/>
                </a:ext>
              </a:extLst>
            </p:cNvPr>
            <p:cNvSpPr/>
            <p:nvPr/>
          </p:nvSpPr>
          <p:spPr>
            <a:xfrm>
              <a:off x="236006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31B75021-C015-17E1-046A-D13159AD4968}"/>
                </a:ext>
              </a:extLst>
            </p:cNvPr>
            <p:cNvSpPr/>
            <p:nvPr/>
          </p:nvSpPr>
          <p:spPr>
            <a:xfrm>
              <a:off x="254006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29EBD34-723A-23DC-2E25-639F28E3E00E}"/>
                </a:ext>
              </a:extLst>
            </p:cNvPr>
            <p:cNvSpPr/>
            <p:nvPr/>
          </p:nvSpPr>
          <p:spPr>
            <a:xfrm>
              <a:off x="930881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A1CF76A-8E72-3C91-2579-C59F93132CAD}"/>
                </a:ext>
              </a:extLst>
            </p:cNvPr>
            <p:cNvSpPr/>
            <p:nvPr/>
          </p:nvSpPr>
          <p:spPr>
            <a:xfrm>
              <a:off x="948881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0B9E8CEB-6737-444E-5419-F6A49CD41382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952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9D07252-16CA-8654-632A-DFB5383B2228}"/>
              </a:ext>
            </a:extLst>
          </p:cNvPr>
          <p:cNvGrpSpPr/>
          <p:nvPr/>
        </p:nvGrpSpPr>
        <p:grpSpPr>
          <a:xfrm>
            <a:off x="5528439" y="995505"/>
            <a:ext cx="1152000" cy="576000"/>
            <a:chOff x="4651128" y="2719448"/>
            <a:chExt cx="1152000" cy="576000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A7DA5796-6001-165A-8DE3-029B78A85338}"/>
                </a:ext>
              </a:extLst>
            </p:cNvPr>
            <p:cNvSpPr/>
            <p:nvPr/>
          </p:nvSpPr>
          <p:spPr>
            <a:xfrm>
              <a:off x="4651128" y="2719448"/>
              <a:ext cx="1152000" cy="576000"/>
            </a:xfrm>
            <a:prstGeom prst="roundRect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7F2504E0-1384-60D9-5A96-37AB1E1C69D5}"/>
                </a:ext>
              </a:extLst>
            </p:cNvPr>
            <p:cNvSpPr/>
            <p:nvPr/>
          </p:nvSpPr>
          <p:spPr>
            <a:xfrm>
              <a:off x="4692650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98368A9-C32A-D6DB-8A55-9BF65D076451}"/>
                </a:ext>
              </a:extLst>
            </p:cNvPr>
            <p:cNvSpPr/>
            <p:nvPr/>
          </p:nvSpPr>
          <p:spPr>
            <a:xfrm>
              <a:off x="5584825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D0C231CF-A87F-8600-B940-247E0315403E}"/>
                </a:ext>
              </a:extLst>
            </p:cNvPr>
            <p:cNvSpPr/>
            <p:nvPr/>
          </p:nvSpPr>
          <p:spPr>
            <a:xfrm>
              <a:off x="4692650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011D6E01-D4C7-56DE-9574-958AF86F83B7}"/>
                </a:ext>
              </a:extLst>
            </p:cNvPr>
            <p:cNvSpPr/>
            <p:nvPr/>
          </p:nvSpPr>
          <p:spPr>
            <a:xfrm>
              <a:off x="5584825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E8ECEC3E-67B5-9F59-1433-D811B0DD5C19}"/>
              </a:ext>
            </a:extLst>
          </p:cNvPr>
          <p:cNvCxnSpPr>
            <a:cxnSpLocks/>
            <a:stCxn id="9" idx="7"/>
            <a:endCxn id="8" idx="7"/>
          </p:cNvCxnSpPr>
          <p:nvPr/>
        </p:nvCxnSpPr>
        <p:spPr>
          <a:xfrm flipV="1">
            <a:off x="9642454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A098474-85F3-FFB4-6F03-AA0807E24B0A}"/>
              </a:ext>
            </a:extLst>
          </p:cNvPr>
          <p:cNvCxnSpPr>
            <a:cxnSpLocks/>
            <a:stCxn id="15" idx="5"/>
            <a:endCxn id="14" idx="5"/>
          </p:cNvCxnSpPr>
          <p:nvPr/>
        </p:nvCxnSpPr>
        <p:spPr>
          <a:xfrm>
            <a:off x="9642454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F422FB21-54BB-0F10-FF59-04D832803973}"/>
              </a:ext>
            </a:extLst>
          </p:cNvPr>
          <p:cNvCxnSpPr>
            <a:cxnSpLocks/>
            <a:stCxn id="12" idx="3"/>
            <a:endCxn id="13" idx="3"/>
          </p:cNvCxnSpPr>
          <p:nvPr/>
        </p:nvCxnSpPr>
        <p:spPr>
          <a:xfrm flipV="1">
            <a:off x="2439145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F8BC968-4F6F-D378-0271-B434B5A2D290}"/>
              </a:ext>
            </a:extLst>
          </p:cNvPr>
          <p:cNvCxnSpPr>
            <a:cxnSpLocks/>
            <a:stCxn id="11" idx="1"/>
            <a:endCxn id="10" idx="1"/>
          </p:cNvCxnSpPr>
          <p:nvPr/>
        </p:nvCxnSpPr>
        <p:spPr>
          <a:xfrm flipH="1" flipV="1">
            <a:off x="2439145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2E7E09C0-2146-9C28-1142-B07507720289}"/>
                  </a:ext>
                </a:extLst>
              </p:cNvPr>
              <p:cNvSpPr txBox="1"/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337921F0-67E4-F9BF-C87B-CCFA26595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blipFill>
                <a:blip r:embed="rId2"/>
                <a:stretch>
                  <a:fillRect l="-10667" r="-5333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15926ED4-2927-798E-7466-94B34E33424A}"/>
                  </a:ext>
                </a:extLst>
              </p:cNvPr>
              <p:cNvSpPr txBox="1"/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895872B-6496-509F-6E7A-82678CF5E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blipFill>
                <a:blip r:embed="rId3"/>
                <a:stretch>
                  <a:fillRect l="-11111" r="-5556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665370ED-F617-9402-AD70-6F65B35D0B95}"/>
              </a:ext>
            </a:extLst>
          </p:cNvPr>
          <p:cNvCxnSpPr>
            <a:cxnSpLocks/>
            <a:stCxn id="82" idx="1"/>
            <a:endCxn id="10" idx="7"/>
          </p:cNvCxnSpPr>
          <p:nvPr/>
        </p:nvCxnSpPr>
        <p:spPr>
          <a:xfrm flipH="1" flipV="1">
            <a:off x="2820983" y="492450"/>
            <a:ext cx="2766899" cy="3185159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F0CB52B3-C3DF-24F0-6866-B7B98A9A414A}"/>
              </a:ext>
            </a:extLst>
          </p:cNvPr>
          <p:cNvCxnSpPr>
            <a:cxnSpLocks/>
            <a:stCxn id="83" idx="3"/>
            <a:endCxn id="12" idx="5"/>
          </p:cNvCxnSpPr>
          <p:nvPr/>
        </p:nvCxnSpPr>
        <p:spPr>
          <a:xfrm flipH="1">
            <a:off x="2820983" y="4090538"/>
            <a:ext cx="2766899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0504BA6-2C47-1DA2-7BC3-7E942528DDFB}"/>
              </a:ext>
            </a:extLst>
          </p:cNvPr>
          <p:cNvCxnSpPr>
            <a:cxnSpLocks/>
            <a:stCxn id="84" idx="5"/>
            <a:endCxn id="14" idx="3"/>
          </p:cNvCxnSpPr>
          <p:nvPr/>
        </p:nvCxnSpPr>
        <p:spPr>
          <a:xfrm>
            <a:off x="6607337" y="4090538"/>
            <a:ext cx="2780558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83EF605F-7AA8-7515-E320-3C156E22696D}"/>
                  </a:ext>
                </a:extLst>
              </p:cNvPr>
              <p:cNvSpPr txBox="1"/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CCB19B28-05F4-E404-C453-A93DC88D9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blipFill>
                <a:blip r:embed="rId4"/>
                <a:stretch>
                  <a:fillRect l="-10526" r="-3947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e 32">
            <a:extLst>
              <a:ext uri="{FF2B5EF4-FFF2-40B4-BE49-F238E27FC236}">
                <a16:creationId xmlns:a16="http://schemas.microsoft.com/office/drawing/2014/main" id="{2A6F3B62-46AB-A4A4-FE46-474C50307B07}"/>
              </a:ext>
            </a:extLst>
          </p:cNvPr>
          <p:cNvGrpSpPr/>
          <p:nvPr/>
        </p:nvGrpSpPr>
        <p:grpSpPr>
          <a:xfrm>
            <a:off x="2606758" y="1083983"/>
            <a:ext cx="6982485" cy="4104195"/>
            <a:chOff x="2606758" y="1090333"/>
            <a:chExt cx="6982485" cy="4104195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813EC6BE-F3D9-46C9-A78A-65BE3F27989C}"/>
                </a:ext>
              </a:extLst>
            </p:cNvPr>
            <p:cNvGrpSpPr/>
            <p:nvPr/>
          </p:nvGrpSpPr>
          <p:grpSpPr>
            <a:xfrm>
              <a:off x="2606758" y="4546528"/>
              <a:ext cx="6982485" cy="648000"/>
              <a:chOff x="2606758" y="4546528"/>
              <a:chExt cx="6982485" cy="648000"/>
            </a:xfrm>
          </p:grpSpPr>
          <p:sp>
            <p:nvSpPr>
              <p:cNvPr id="65" name="Rectangle : coins arrondis 64">
                <a:extLst>
                  <a:ext uri="{FF2B5EF4-FFF2-40B4-BE49-F238E27FC236}">
                    <a16:creationId xmlns:a16="http://schemas.microsoft.com/office/drawing/2014/main" id="{9E08CCCE-76F6-DB01-41F7-09966A72A6A2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6" name="Rectangle : coins arrondis 65">
                <a:extLst>
                  <a:ext uri="{FF2B5EF4-FFF2-40B4-BE49-F238E27FC236}">
                    <a16:creationId xmlns:a16="http://schemas.microsoft.com/office/drawing/2014/main" id="{29E15C10-E9A7-5AAF-68A0-2BC0007AECC2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7" name="Rectangle : coins arrondis 66">
                <a:extLst>
                  <a:ext uri="{FF2B5EF4-FFF2-40B4-BE49-F238E27FC236}">
                    <a16:creationId xmlns:a16="http://schemas.microsoft.com/office/drawing/2014/main" id="{253F732F-4AF9-8192-5B67-49D4C501DDAD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8" name="Rectangle : coins arrondis 67">
                <a:extLst>
                  <a:ext uri="{FF2B5EF4-FFF2-40B4-BE49-F238E27FC236}">
                    <a16:creationId xmlns:a16="http://schemas.microsoft.com/office/drawing/2014/main" id="{EBB78E46-256A-33F7-45D1-E61ABCC70CA9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9" name="Rectangle : coins arrondis 68">
                <a:extLst>
                  <a:ext uri="{FF2B5EF4-FFF2-40B4-BE49-F238E27FC236}">
                    <a16:creationId xmlns:a16="http://schemas.microsoft.com/office/drawing/2014/main" id="{60768BDD-933C-5AB8-7729-2B4853B7B00E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A1EC65C7-7C27-9E28-8E76-6944430476B3}"/>
                </a:ext>
              </a:extLst>
            </p:cNvPr>
            <p:cNvGrpSpPr/>
            <p:nvPr/>
          </p:nvGrpSpPr>
          <p:grpSpPr>
            <a:xfrm>
              <a:off x="2606758" y="3855289"/>
              <a:ext cx="6982485" cy="648000"/>
              <a:chOff x="2606758" y="4546528"/>
              <a:chExt cx="6982485" cy="648000"/>
            </a:xfrm>
          </p:grpSpPr>
          <p:sp>
            <p:nvSpPr>
              <p:cNvPr id="60" name="Rectangle : coins arrondis 59">
                <a:extLst>
                  <a:ext uri="{FF2B5EF4-FFF2-40B4-BE49-F238E27FC236}">
                    <a16:creationId xmlns:a16="http://schemas.microsoft.com/office/drawing/2014/main" id="{D704331B-EFD9-1A6A-7DD7-50202FC8CB3A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1" name="Rectangle : coins arrondis 60">
                <a:extLst>
                  <a:ext uri="{FF2B5EF4-FFF2-40B4-BE49-F238E27FC236}">
                    <a16:creationId xmlns:a16="http://schemas.microsoft.com/office/drawing/2014/main" id="{01F48B53-5692-A82F-DB49-755973DA0C41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2" name="Rectangle : coins arrondis 61">
                <a:extLst>
                  <a:ext uri="{FF2B5EF4-FFF2-40B4-BE49-F238E27FC236}">
                    <a16:creationId xmlns:a16="http://schemas.microsoft.com/office/drawing/2014/main" id="{3A08A2E1-A326-3030-83C7-E7BCD159FEFA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9D6E1889-2C5C-E61B-AC98-47E7CFAEBC16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4" name="Rectangle : coins arrondis 63">
                <a:extLst>
                  <a:ext uri="{FF2B5EF4-FFF2-40B4-BE49-F238E27FC236}">
                    <a16:creationId xmlns:a16="http://schemas.microsoft.com/office/drawing/2014/main" id="{57FE71DE-C081-90DE-FC89-A60DE83B7FD7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405E442-3810-896A-2FEE-739A23E76FE0}"/>
                </a:ext>
              </a:extLst>
            </p:cNvPr>
            <p:cNvGrpSpPr/>
            <p:nvPr/>
          </p:nvGrpSpPr>
          <p:grpSpPr>
            <a:xfrm>
              <a:off x="2606758" y="3164050"/>
              <a:ext cx="6982485" cy="648000"/>
              <a:chOff x="2606758" y="4546528"/>
              <a:chExt cx="6982485" cy="648000"/>
            </a:xfrm>
          </p:grpSpPr>
          <p:sp>
            <p:nvSpPr>
              <p:cNvPr id="55" name="Rectangle : coins arrondis 54">
                <a:extLst>
                  <a:ext uri="{FF2B5EF4-FFF2-40B4-BE49-F238E27FC236}">
                    <a16:creationId xmlns:a16="http://schemas.microsoft.com/office/drawing/2014/main" id="{EA9B71F1-768E-D6D9-4C78-75F6EBADBC67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6" name="Rectangle : coins arrondis 55">
                <a:extLst>
                  <a:ext uri="{FF2B5EF4-FFF2-40B4-BE49-F238E27FC236}">
                    <a16:creationId xmlns:a16="http://schemas.microsoft.com/office/drawing/2014/main" id="{CFC0B498-FF58-7722-C5F5-1C1082EC785F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7" name="Rectangle : coins arrondis 56">
                <a:extLst>
                  <a:ext uri="{FF2B5EF4-FFF2-40B4-BE49-F238E27FC236}">
                    <a16:creationId xmlns:a16="http://schemas.microsoft.com/office/drawing/2014/main" id="{860F3510-3045-FBF8-0789-E380C0DBABF6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252D9BD7-2566-94BD-2F0C-CAB0DFEB0A0D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EC3CA543-2144-0828-709F-C66DB983ACEA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F75DD0FC-4DE4-B72D-55B8-6DCA2F7C4271}"/>
                </a:ext>
              </a:extLst>
            </p:cNvPr>
            <p:cNvGrpSpPr/>
            <p:nvPr/>
          </p:nvGrpSpPr>
          <p:grpSpPr>
            <a:xfrm>
              <a:off x="2606758" y="2472811"/>
              <a:ext cx="6982485" cy="648000"/>
              <a:chOff x="2606758" y="4546528"/>
              <a:chExt cx="6982485" cy="648000"/>
            </a:xfrm>
          </p:grpSpPr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07303FF1-393F-E304-7E61-961124BDFC24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1" name="Rectangle : coins arrondis 50">
                <a:extLst>
                  <a:ext uri="{FF2B5EF4-FFF2-40B4-BE49-F238E27FC236}">
                    <a16:creationId xmlns:a16="http://schemas.microsoft.com/office/drawing/2014/main" id="{9ECA2EB4-EE91-04FF-E939-6EC1A2A3B55D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2" name="Rectangle : coins arrondis 51">
                <a:extLst>
                  <a:ext uri="{FF2B5EF4-FFF2-40B4-BE49-F238E27FC236}">
                    <a16:creationId xmlns:a16="http://schemas.microsoft.com/office/drawing/2014/main" id="{278CF6D0-CA26-76BD-A7F0-484F6E745134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3" name="Rectangle : coins arrondis 52">
                <a:extLst>
                  <a:ext uri="{FF2B5EF4-FFF2-40B4-BE49-F238E27FC236}">
                    <a16:creationId xmlns:a16="http://schemas.microsoft.com/office/drawing/2014/main" id="{369A6A0E-6DFE-FE79-8F00-A6A7471D1CEF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4" name="Rectangle : coins arrondis 53">
                <a:extLst>
                  <a:ext uri="{FF2B5EF4-FFF2-40B4-BE49-F238E27FC236}">
                    <a16:creationId xmlns:a16="http://schemas.microsoft.com/office/drawing/2014/main" id="{578C5F6A-6A6A-D5FB-8B78-EA558C986031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F181F807-FD9B-5C86-2E66-55EFF651C64C}"/>
                </a:ext>
              </a:extLst>
            </p:cNvPr>
            <p:cNvGrpSpPr/>
            <p:nvPr/>
          </p:nvGrpSpPr>
          <p:grpSpPr>
            <a:xfrm>
              <a:off x="2606758" y="1781572"/>
              <a:ext cx="6982485" cy="648000"/>
              <a:chOff x="2606758" y="4546528"/>
              <a:chExt cx="6982485" cy="648000"/>
            </a:xfrm>
          </p:grpSpPr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91640CDB-7317-3389-71AA-FCEFEE978C61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6" name="Rectangle : coins arrondis 45">
                <a:extLst>
                  <a:ext uri="{FF2B5EF4-FFF2-40B4-BE49-F238E27FC236}">
                    <a16:creationId xmlns:a16="http://schemas.microsoft.com/office/drawing/2014/main" id="{FCE404D2-2EEC-5623-AAF3-AECBFC2F293B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7" name="Rectangle : coins arrondis 46">
                <a:extLst>
                  <a:ext uri="{FF2B5EF4-FFF2-40B4-BE49-F238E27FC236}">
                    <a16:creationId xmlns:a16="http://schemas.microsoft.com/office/drawing/2014/main" id="{51681250-2E2C-E86C-B92D-EC756A80782F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9CB37F97-2DDF-2F24-B3EE-88A791D7E116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B4E79C1F-B7C3-05B8-F274-F603E828B37B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9C430D44-5BEF-6AB0-968C-39D4B03DA161}"/>
                </a:ext>
              </a:extLst>
            </p:cNvPr>
            <p:cNvGrpSpPr/>
            <p:nvPr/>
          </p:nvGrpSpPr>
          <p:grpSpPr>
            <a:xfrm>
              <a:off x="2606758" y="1090333"/>
              <a:ext cx="6982485" cy="648000"/>
              <a:chOff x="2606758" y="4546528"/>
              <a:chExt cx="6982485" cy="648000"/>
            </a:xfrm>
          </p:grpSpPr>
          <p:sp>
            <p:nvSpPr>
              <p:cNvPr id="40" name="Rectangle : coins arrondis 39">
                <a:extLst>
                  <a:ext uri="{FF2B5EF4-FFF2-40B4-BE49-F238E27FC236}">
                    <a16:creationId xmlns:a16="http://schemas.microsoft.com/office/drawing/2014/main" id="{20258687-A267-AD2B-70D3-56F9F48DCFF3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1" name="Rectangle : coins arrondis 40">
                <a:extLst>
                  <a:ext uri="{FF2B5EF4-FFF2-40B4-BE49-F238E27FC236}">
                    <a16:creationId xmlns:a16="http://schemas.microsoft.com/office/drawing/2014/main" id="{05330A98-16F0-BE2A-98A9-370C1301BD4B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2" name="Rectangle : coins arrondis 41">
                <a:extLst>
                  <a:ext uri="{FF2B5EF4-FFF2-40B4-BE49-F238E27FC236}">
                    <a16:creationId xmlns:a16="http://schemas.microsoft.com/office/drawing/2014/main" id="{BB1B9811-D61B-6711-9035-DA07E23A9AB7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3" name="Rectangle : coins arrondis 42">
                <a:extLst>
                  <a:ext uri="{FF2B5EF4-FFF2-40B4-BE49-F238E27FC236}">
                    <a16:creationId xmlns:a16="http://schemas.microsoft.com/office/drawing/2014/main" id="{19FA2B15-CAC7-6EFF-2774-441BF2D8ED53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4" name="Rectangle : coins arrondis 43">
                <a:extLst>
                  <a:ext uri="{FF2B5EF4-FFF2-40B4-BE49-F238E27FC236}">
                    <a16:creationId xmlns:a16="http://schemas.microsoft.com/office/drawing/2014/main" id="{63A2F2A6-33F8-E92C-1E41-6567E1727BFC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D2986F25-E84E-923E-F1B1-DB89FB039B3D}"/>
              </a:ext>
            </a:extLst>
          </p:cNvPr>
          <p:cNvGrpSpPr/>
          <p:nvPr/>
        </p:nvGrpSpPr>
        <p:grpSpPr>
          <a:xfrm>
            <a:off x="2486661" y="1223876"/>
            <a:ext cx="3891243" cy="3797508"/>
            <a:chOff x="2486661" y="1223876"/>
            <a:chExt cx="3891243" cy="3797508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60FA8DAB-D8CA-2461-B6B4-505DE2C332A8}"/>
                </a:ext>
              </a:extLst>
            </p:cNvPr>
            <p:cNvCxnSpPr/>
            <p:nvPr/>
          </p:nvCxnSpPr>
          <p:spPr>
            <a:xfrm>
              <a:off x="3218758" y="4870528"/>
              <a:ext cx="2885681" cy="0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DB0D33D1-D35F-EBE9-2037-DBBFF0F63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8758" y="1336655"/>
              <a:ext cx="0" cy="3533873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F01F6C5-21B3-84BD-9604-7C5EC72BEA69}"/>
                    </a:ext>
                  </a:extLst>
                </p:cNvPr>
                <p:cNvSpPr txBox="1"/>
                <p:nvPr/>
              </p:nvSpPr>
              <p:spPr>
                <a:xfrm>
                  <a:off x="6194585" y="4744385"/>
                  <a:ext cx="1833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EE2F3BB0-C428-9F7F-6A4C-BB4AB1CAD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585" y="4744385"/>
                  <a:ext cx="183319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t="-45652" r="-103333" b="-869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ZoneTexte 72">
                  <a:extLst>
                    <a:ext uri="{FF2B5EF4-FFF2-40B4-BE49-F238E27FC236}">
                      <a16:creationId xmlns:a16="http://schemas.microsoft.com/office/drawing/2014/main" id="{56CED07C-9642-EAC3-6ADF-4D1A36324A48}"/>
                    </a:ext>
                  </a:extLst>
                </p:cNvPr>
                <p:cNvSpPr txBox="1"/>
                <p:nvPr/>
              </p:nvSpPr>
              <p:spPr>
                <a:xfrm>
                  <a:off x="2486661" y="1223876"/>
                  <a:ext cx="9679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3" name="ZoneTexte 72">
                  <a:extLst>
                    <a:ext uri="{FF2B5EF4-FFF2-40B4-BE49-F238E27FC236}">
                      <a16:creationId xmlns:a16="http://schemas.microsoft.com/office/drawing/2014/main" id="{BBFB03B1-0149-9ECC-B31C-B6198AA0F5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661" y="1223876"/>
                  <a:ext cx="967938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2333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3315C7EC-4096-E4D5-88B1-AA2A39C6B6A5}"/>
                </a:ext>
              </a:extLst>
            </p:cNvPr>
            <p:cNvSpPr/>
            <p:nvPr/>
          </p:nvSpPr>
          <p:spPr>
            <a:xfrm>
              <a:off x="3128611" y="478052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712523C-8C18-9514-1C82-86621D8A6DEE}"/>
                </a:ext>
              </a:extLst>
            </p:cNvPr>
            <p:cNvSpPr/>
            <p:nvPr/>
          </p:nvSpPr>
          <p:spPr>
            <a:xfrm>
              <a:off x="3194376" y="4846293"/>
              <a:ext cx="48471" cy="48471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B233EF07-067D-C3D2-057B-AD45891D6590}"/>
                    </a:ext>
                  </a:extLst>
                </p:cNvPr>
                <p:cNvSpPr txBox="1"/>
                <p:nvPr/>
              </p:nvSpPr>
              <p:spPr>
                <a:xfrm>
                  <a:off x="2812864" y="4593529"/>
                  <a:ext cx="2140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50973D3B-63E7-1C39-4255-6AC6C2A40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2864" y="4593529"/>
                  <a:ext cx="2140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2222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EC4CD320-55A1-38FA-B00D-9FBBAF6F3FED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6480057" y="721779"/>
            <a:ext cx="3061478" cy="3083110"/>
          </a:xfrm>
          <a:prstGeom prst="line">
            <a:avLst/>
          </a:prstGeom>
          <a:ln w="12700">
            <a:solidFill>
              <a:srgbClr val="7030A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CAE3D937-F640-43D1-B14F-14E1F30D12C5}"/>
              </a:ext>
            </a:extLst>
          </p:cNvPr>
          <p:cNvGrpSpPr/>
          <p:nvPr/>
        </p:nvGrpSpPr>
        <p:grpSpPr>
          <a:xfrm>
            <a:off x="5520000" y="3583381"/>
            <a:ext cx="1152000" cy="588367"/>
            <a:chOff x="5520000" y="3583381"/>
            <a:chExt cx="1152000" cy="588367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476995B8-23B8-364F-CF39-531CC132D830}"/>
                </a:ext>
              </a:extLst>
            </p:cNvPr>
            <p:cNvSpPr/>
            <p:nvPr/>
          </p:nvSpPr>
          <p:spPr>
            <a:xfrm>
              <a:off x="6080203" y="3876565"/>
              <a:ext cx="48471" cy="48471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1A98EB8C-3A4E-7648-BA04-06EB73BD5D9F}"/>
                    </a:ext>
                  </a:extLst>
                </p:cNvPr>
                <p:cNvSpPr txBox="1"/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FDEB27B-0EA1-F9A4-E42C-572E59DD0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E70E7B15-DD15-088B-A1DF-7CC80DFD0328}"/>
                </a:ext>
              </a:extLst>
            </p:cNvPr>
            <p:cNvGrpSpPr/>
            <p:nvPr/>
          </p:nvGrpSpPr>
          <p:grpSpPr>
            <a:xfrm>
              <a:off x="5520000" y="3595748"/>
              <a:ext cx="1152000" cy="576000"/>
              <a:chOff x="4651128" y="2719448"/>
              <a:chExt cx="1152000" cy="576000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33A5BB96-799A-CC32-4C89-CA86390BE288}"/>
                  </a:ext>
                </a:extLst>
              </p:cNvPr>
              <p:cNvSpPr/>
              <p:nvPr/>
            </p:nvSpPr>
            <p:spPr>
              <a:xfrm>
                <a:off x="4692650" y="2774949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467BCC34-7233-2748-92FB-75B48BB265A6}"/>
                  </a:ext>
                </a:extLst>
              </p:cNvPr>
              <p:cNvSpPr/>
              <p:nvPr/>
            </p:nvSpPr>
            <p:spPr>
              <a:xfrm>
                <a:off x="4692650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1CC0E3F7-5C62-395C-A32D-B88EE2B39800}"/>
                  </a:ext>
                </a:extLst>
              </p:cNvPr>
              <p:cNvSpPr/>
              <p:nvPr/>
            </p:nvSpPr>
            <p:spPr>
              <a:xfrm>
                <a:off x="5584825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EAF6992C-AC83-B663-5AAD-44DD57765760}"/>
                  </a:ext>
                </a:extLst>
              </p:cNvPr>
              <p:cNvSpPr/>
              <p:nvPr/>
            </p:nvSpPr>
            <p:spPr>
              <a:xfrm>
                <a:off x="5584825" y="277494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Rectangle : coins arrondis 85">
                <a:extLst>
                  <a:ext uri="{FF2B5EF4-FFF2-40B4-BE49-F238E27FC236}">
                    <a16:creationId xmlns:a16="http://schemas.microsoft.com/office/drawing/2014/main" id="{6A5B3C84-1E7A-EB49-21CC-C1997A494B87}"/>
                  </a:ext>
                </a:extLst>
              </p:cNvPr>
              <p:cNvSpPr/>
              <p:nvPr/>
            </p:nvSpPr>
            <p:spPr>
              <a:xfrm>
                <a:off x="4651128" y="2719448"/>
                <a:ext cx="1152000" cy="576000"/>
              </a:xfrm>
              <a:prstGeom prst="round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22AEBB3A-E6EC-1438-AE94-3FEBDC31C270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flipH="1" flipV="1">
            <a:off x="9387895" y="492450"/>
            <a:ext cx="127279" cy="12727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EFD6AB4A-C24C-20F7-5FCC-A1CC3A39E0E8}"/>
              </a:ext>
            </a:extLst>
          </p:cNvPr>
          <p:cNvGrpSpPr/>
          <p:nvPr/>
        </p:nvGrpSpPr>
        <p:grpSpPr>
          <a:xfrm>
            <a:off x="1634067" y="-459884"/>
            <a:ext cx="1986707" cy="2053092"/>
            <a:chOff x="6634" y="1223876"/>
            <a:chExt cx="6371273" cy="6584166"/>
          </a:xfrm>
        </p:grpSpPr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0253235D-E51D-FA7B-ACFD-1F3DA3CD3FB6}"/>
                </a:ext>
              </a:extLst>
            </p:cNvPr>
            <p:cNvCxnSpPr>
              <a:cxnSpLocks/>
            </p:cNvCxnSpPr>
            <p:nvPr/>
          </p:nvCxnSpPr>
          <p:spPr>
            <a:xfrm>
              <a:off x="6634" y="4870529"/>
              <a:ext cx="6097807" cy="0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7079D12B-DDBC-3EFF-2644-7379C060A5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8758" y="1336655"/>
              <a:ext cx="0" cy="6471387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68E19D0C-0EBA-013D-2895-896262243B2F}"/>
                    </a:ext>
                  </a:extLst>
                </p:cNvPr>
                <p:cNvSpPr txBox="1"/>
                <p:nvPr/>
              </p:nvSpPr>
              <p:spPr>
                <a:xfrm>
                  <a:off x="5165917" y="3802771"/>
                  <a:ext cx="1211990" cy="8883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7A9CF0FC-139F-9C9A-FA43-B056308DA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917" y="3802771"/>
                  <a:ext cx="1211990" cy="888322"/>
                </a:xfrm>
                <a:prstGeom prst="rect">
                  <a:avLst/>
                </a:prstGeom>
                <a:blipFill>
                  <a:blip r:embed="rId10"/>
                  <a:stretch>
                    <a:fillRect t="-45652" r="-64516" b="-869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B639EE9E-8DEE-1715-C40A-59662CF46F14}"/>
                    </a:ext>
                  </a:extLst>
                </p:cNvPr>
                <p:cNvSpPr txBox="1"/>
                <p:nvPr/>
              </p:nvSpPr>
              <p:spPr>
                <a:xfrm>
                  <a:off x="1995534" y="1223876"/>
                  <a:ext cx="1459067" cy="11844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DC2E2CB9-64FF-64C7-6A09-4DCB55F26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5534" y="1223876"/>
                  <a:ext cx="1459067" cy="1184430"/>
                </a:xfrm>
                <a:prstGeom prst="rect">
                  <a:avLst/>
                </a:prstGeom>
                <a:blipFill>
                  <a:blip r:embed="rId11"/>
                  <a:stretch>
                    <a:fillRect t="-23333" r="-32432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9AC196D2-FEDD-9A9E-089A-AC6EE07A40B9}"/>
                </a:ext>
              </a:extLst>
            </p:cNvPr>
            <p:cNvSpPr/>
            <p:nvPr/>
          </p:nvSpPr>
          <p:spPr>
            <a:xfrm>
              <a:off x="3128611" y="478052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384178BD-A7BB-E202-0218-B73EE9AA590A}"/>
                </a:ext>
              </a:extLst>
            </p:cNvPr>
            <p:cNvSpPr/>
            <p:nvPr/>
          </p:nvSpPr>
          <p:spPr>
            <a:xfrm>
              <a:off x="3194376" y="4846293"/>
              <a:ext cx="48471" cy="48471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0E813D09-8E42-4A6A-9392-54B203A74174}"/>
                    </a:ext>
                  </a:extLst>
                </p:cNvPr>
                <p:cNvSpPr txBox="1"/>
                <p:nvPr/>
              </p:nvSpPr>
              <p:spPr>
                <a:xfrm>
                  <a:off x="1589473" y="4471315"/>
                  <a:ext cx="779555" cy="8883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C2A2887B-2264-E3B5-91DD-7B6AEAF1E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9473" y="4471315"/>
                  <a:ext cx="779555" cy="888322"/>
                </a:xfrm>
                <a:prstGeom prst="rect">
                  <a:avLst/>
                </a:prstGeom>
                <a:blipFill>
                  <a:blip r:embed="rId12"/>
                  <a:stretch>
                    <a:fillRect l="-15000" r="-17500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04C045E8-244E-D226-754F-A245BC73199F}"/>
              </a:ext>
            </a:extLst>
          </p:cNvPr>
          <p:cNvCxnSpPr>
            <a:cxnSpLocks/>
            <a:stCxn id="82" idx="5"/>
            <a:endCxn id="97" idx="3"/>
          </p:cNvCxnSpPr>
          <p:nvPr/>
        </p:nvCxnSpPr>
        <p:spPr>
          <a:xfrm flipH="1" flipV="1">
            <a:off x="2630290" y="682569"/>
            <a:ext cx="3084872" cy="3122320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801BB32E-5CD6-2386-BB93-C1E8B4C5F872}"/>
                  </a:ext>
                </a:extLst>
              </p:cNvPr>
              <p:cNvSpPr txBox="1"/>
              <p:nvPr/>
            </p:nvSpPr>
            <p:spPr>
              <a:xfrm>
                <a:off x="3180291" y="-530750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dirty="0">
                  <a:ln>
                    <a:solidFill>
                      <a:schemeClr val="accent2">
                        <a:lumMod val="75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9B0B15D8-3474-2C84-A809-AE291E6F2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291" y="-530750"/>
                <a:ext cx="214931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22AE388B-9B63-ACCA-EC5E-A039B977EC5D}"/>
                  </a:ext>
                </a:extLst>
              </p:cNvPr>
              <p:cNvSpPr txBox="1"/>
              <p:nvPr/>
            </p:nvSpPr>
            <p:spPr>
              <a:xfrm>
                <a:off x="1477548" y="316370"/>
                <a:ext cx="6318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dirty="0">
                  <a:ln>
                    <a:solidFill>
                      <a:schemeClr val="accent2">
                        <a:lumMod val="75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8970BEE3-331E-2681-A71D-477FC974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48" y="316370"/>
                <a:ext cx="63184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2">
                <a:extLst>
                  <a:ext uri="{FF2B5EF4-FFF2-40B4-BE49-F238E27FC236}">
                    <a16:creationId xmlns:a16="http://schemas.microsoft.com/office/drawing/2014/main" id="{6B35961E-7B52-FF04-AD1E-53111D7092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71796" y="601026"/>
                <a:ext cx="3679633" cy="5052005"/>
              </a:xfrm>
            </p:spPr>
            <p:txBody>
              <a:bodyPr>
                <a:normAutofit/>
              </a:bodyPr>
              <a:lstStyle/>
              <a:p>
                <a:r>
                  <a:rPr lang="fr-FR" sz="1800" dirty="0"/>
                  <a:t>On note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endParaRPr lang="fr-FR" sz="1600" b="0" dirty="0"/>
              </a:p>
              <a:p>
                <a:pPr lvl="1"/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𝐵𝐺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dirty="0"/>
              </a:p>
              <a:p>
                <a:endParaRPr lang="fr-FR" sz="1800" dirty="0"/>
              </a:p>
              <a:p>
                <a:endParaRPr lang="fr-FR" sz="1800" dirty="0"/>
              </a:p>
              <a:p>
                <a:r>
                  <a:rPr lang="fr-FR" sz="1800" dirty="0"/>
                  <a:t>Le triangle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fr-FR" sz="1800" dirty="0"/>
                  <a:t> est rectangle en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sz="1800" dirty="0"/>
                  <a:t>. On a donc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sz="1800" dirty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:endParaRPr lang="fr-FR" sz="1800" dirty="0"/>
              </a:p>
            </p:txBody>
          </p:sp>
        </mc:Choice>
        <mc:Fallback xmlns="">
          <p:sp>
            <p:nvSpPr>
              <p:cNvPr id="2" name="Espace réservé du contenu 2">
                <a:extLst>
                  <a:ext uri="{FF2B5EF4-FFF2-40B4-BE49-F238E27FC236}">
                    <a16:creationId xmlns:a16="http://schemas.microsoft.com/office/drawing/2014/main" id="{6EE8172D-B279-D104-F504-B905CAE79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71796" y="601026"/>
                <a:ext cx="3679633" cy="5052005"/>
              </a:xfrm>
              <a:blipFill>
                <a:blip r:embed="rId17"/>
                <a:stretch>
                  <a:fillRect l="-1161" t="-1208" r="-26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3134A190-5440-0989-4B33-EE2AE1BEB93C}"/>
              </a:ext>
            </a:extLst>
          </p:cNvPr>
          <p:cNvGrpSpPr/>
          <p:nvPr/>
        </p:nvGrpSpPr>
        <p:grpSpPr>
          <a:xfrm>
            <a:off x="8260362" y="-438243"/>
            <a:ext cx="1702079" cy="938321"/>
            <a:chOff x="6481727" y="1600343"/>
            <a:chExt cx="1702079" cy="938321"/>
          </a:xfrm>
        </p:grpSpPr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08A4F10F-0ADA-CC13-3F03-BFA2E113E6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1926" y="1967831"/>
              <a:ext cx="518549" cy="570833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ZoneTexte 88">
                  <a:extLst>
                    <a:ext uri="{FF2B5EF4-FFF2-40B4-BE49-F238E27FC236}">
                      <a16:creationId xmlns:a16="http://schemas.microsoft.com/office/drawing/2014/main" id="{A3A61BFF-F585-4736-5A65-B4FB4627005F}"/>
                    </a:ext>
                  </a:extLst>
                </p:cNvPr>
                <p:cNvSpPr txBox="1"/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89" name="ZoneTexte 88">
                  <a:extLst>
                    <a:ext uri="{FF2B5EF4-FFF2-40B4-BE49-F238E27FC236}">
                      <a16:creationId xmlns:a16="http://schemas.microsoft.com/office/drawing/2014/main" id="{A3A61BFF-F585-4736-5A65-B4FB46270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blipFill>
                  <a:blip r:embed="rId18"/>
                  <a:stretch>
                    <a:fillRect l="-6024" r="-13253" b="-1454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Connecteur droit 102">
              <a:extLst>
                <a:ext uri="{FF2B5EF4-FFF2-40B4-BE49-F238E27FC236}">
                  <a16:creationId xmlns:a16="http://schemas.microsoft.com/office/drawing/2014/main" id="{FDAD2627-CF8A-7745-936C-BEC76159635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033946" y="1948395"/>
              <a:ext cx="541421" cy="632204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ZoneTexte 105">
                  <a:extLst>
                    <a:ext uri="{FF2B5EF4-FFF2-40B4-BE49-F238E27FC236}">
                      <a16:creationId xmlns:a16="http://schemas.microsoft.com/office/drawing/2014/main" id="{C2F12B00-7E81-F22D-360F-55184F18A887}"/>
                    </a:ext>
                  </a:extLst>
                </p:cNvPr>
                <p:cNvSpPr txBox="1"/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06" name="ZoneTexte 105">
                  <a:extLst>
                    <a:ext uri="{FF2B5EF4-FFF2-40B4-BE49-F238E27FC236}">
                      <a16:creationId xmlns:a16="http://schemas.microsoft.com/office/drawing/2014/main" id="{C2F12B00-7E81-F22D-360F-55184F18A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blipFill>
                  <a:blip r:embed="rId19"/>
                  <a:stretch>
                    <a:fillRect l="-6173" r="-14815" b="-1454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EBFC6B25-DE93-EDAB-6B38-B6EFA1307D37}"/>
              </a:ext>
            </a:extLst>
          </p:cNvPr>
          <p:cNvGrpSpPr/>
          <p:nvPr/>
        </p:nvGrpSpPr>
        <p:grpSpPr>
          <a:xfrm rot="4608706">
            <a:off x="7904843" y="4244513"/>
            <a:ext cx="1702079" cy="938321"/>
            <a:chOff x="6481727" y="1600343"/>
            <a:chExt cx="1702079" cy="938321"/>
          </a:xfrm>
        </p:grpSpPr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AC9688EB-2655-2F5C-D861-1104FAC117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1926" y="1967831"/>
              <a:ext cx="518549" cy="570833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ZoneTexte 115">
                  <a:extLst>
                    <a:ext uri="{FF2B5EF4-FFF2-40B4-BE49-F238E27FC236}">
                      <a16:creationId xmlns:a16="http://schemas.microsoft.com/office/drawing/2014/main" id="{F9EDAE62-642E-EEB3-387B-AE983C64AD71}"/>
                    </a:ext>
                  </a:extLst>
                </p:cNvPr>
                <p:cNvSpPr txBox="1"/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16" name="ZoneTexte 115">
                  <a:extLst>
                    <a:ext uri="{FF2B5EF4-FFF2-40B4-BE49-F238E27FC236}">
                      <a16:creationId xmlns:a16="http://schemas.microsoft.com/office/drawing/2014/main" id="{F9EDAE62-642E-EEB3-387B-AE983C64A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blipFill>
                  <a:blip r:embed="rId20"/>
                  <a:stretch>
                    <a:fillRect l="-4054" b="-1157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F0925005-20F1-3393-AAB4-60F618B05B6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033946" y="1948395"/>
              <a:ext cx="541421" cy="632204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ZoneTexte 119">
                  <a:extLst>
                    <a:ext uri="{FF2B5EF4-FFF2-40B4-BE49-F238E27FC236}">
                      <a16:creationId xmlns:a16="http://schemas.microsoft.com/office/drawing/2014/main" id="{0FA2100B-3D37-FEAC-B86D-995712FE843A}"/>
                    </a:ext>
                  </a:extLst>
                </p:cNvPr>
                <p:cNvSpPr txBox="1"/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0" name="ZoneTexte 119">
                  <a:extLst>
                    <a:ext uri="{FF2B5EF4-FFF2-40B4-BE49-F238E27FC236}">
                      <a16:creationId xmlns:a16="http://schemas.microsoft.com/office/drawing/2014/main" id="{0FA2100B-3D37-FEAC-B86D-995712FE8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blipFill>
                  <a:blip r:embed="rId21"/>
                  <a:stretch>
                    <a:fillRect l="-4110" b="-1290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FAC90C11-5D3B-9E5D-F1B6-51D0A528923B}"/>
              </a:ext>
            </a:extLst>
          </p:cNvPr>
          <p:cNvGrpSpPr/>
          <p:nvPr/>
        </p:nvGrpSpPr>
        <p:grpSpPr>
          <a:xfrm rot="16404103">
            <a:off x="540096" y="366735"/>
            <a:ext cx="2740710" cy="1510894"/>
            <a:chOff x="6481727" y="1600343"/>
            <a:chExt cx="1702079" cy="938321"/>
          </a:xfrm>
        </p:grpSpPr>
        <p:cxnSp>
          <p:nvCxnSpPr>
            <p:cNvPr id="122" name="Connecteur droit 121">
              <a:extLst>
                <a:ext uri="{FF2B5EF4-FFF2-40B4-BE49-F238E27FC236}">
                  <a16:creationId xmlns:a16="http://schemas.microsoft.com/office/drawing/2014/main" id="{27AB9DDD-A62F-41A3-AAB8-D4150E74D9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1926" y="1967831"/>
              <a:ext cx="518549" cy="570833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ZoneTexte 122">
                  <a:extLst>
                    <a:ext uri="{FF2B5EF4-FFF2-40B4-BE49-F238E27FC236}">
                      <a16:creationId xmlns:a16="http://schemas.microsoft.com/office/drawing/2014/main" id="{BBE3C0D9-D18D-C37B-EC24-C03B28D44DF8}"/>
                    </a:ext>
                  </a:extLst>
                </p:cNvPr>
                <p:cNvSpPr txBox="1"/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3" name="ZoneTexte 122">
                  <a:extLst>
                    <a:ext uri="{FF2B5EF4-FFF2-40B4-BE49-F238E27FC236}">
                      <a16:creationId xmlns:a16="http://schemas.microsoft.com/office/drawing/2014/main" id="{BBE3C0D9-D18D-C37B-EC24-C03B28D44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Connecteur droit 123">
              <a:extLst>
                <a:ext uri="{FF2B5EF4-FFF2-40B4-BE49-F238E27FC236}">
                  <a16:creationId xmlns:a16="http://schemas.microsoft.com/office/drawing/2014/main" id="{62C45830-C574-799F-0E6B-A40C12A2EDB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033946" y="1948395"/>
              <a:ext cx="541421" cy="632204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ZoneTexte 124">
                  <a:extLst>
                    <a:ext uri="{FF2B5EF4-FFF2-40B4-BE49-F238E27FC236}">
                      <a16:creationId xmlns:a16="http://schemas.microsoft.com/office/drawing/2014/main" id="{E8E114D4-FCCE-F992-B3B4-A6C8A6A04FD5}"/>
                    </a:ext>
                  </a:extLst>
                </p:cNvPr>
                <p:cNvSpPr txBox="1"/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25" name="ZoneTexte 124">
                  <a:extLst>
                    <a:ext uri="{FF2B5EF4-FFF2-40B4-BE49-F238E27FC236}">
                      <a16:creationId xmlns:a16="http://schemas.microsoft.com/office/drawing/2014/main" id="{E8E114D4-FCCE-F992-B3B4-A6C8A6A04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6964A612-E940-B103-36A9-1DA7FFBF52FD}"/>
              </a:ext>
            </a:extLst>
          </p:cNvPr>
          <p:cNvGrpSpPr/>
          <p:nvPr/>
        </p:nvGrpSpPr>
        <p:grpSpPr>
          <a:xfrm rot="11203883">
            <a:off x="1954388" y="5625934"/>
            <a:ext cx="2740710" cy="1510894"/>
            <a:chOff x="6481727" y="1600343"/>
            <a:chExt cx="1702079" cy="938321"/>
          </a:xfrm>
        </p:grpSpPr>
        <p:cxnSp>
          <p:nvCxnSpPr>
            <p:cNvPr id="135" name="Connecteur droit 134">
              <a:extLst>
                <a:ext uri="{FF2B5EF4-FFF2-40B4-BE49-F238E27FC236}">
                  <a16:creationId xmlns:a16="http://schemas.microsoft.com/office/drawing/2014/main" id="{D446A79F-0308-487C-05CF-4BE4E5D31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1926" y="1967831"/>
              <a:ext cx="518549" cy="570833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ZoneTexte 135">
                  <a:extLst>
                    <a:ext uri="{FF2B5EF4-FFF2-40B4-BE49-F238E27FC236}">
                      <a16:creationId xmlns:a16="http://schemas.microsoft.com/office/drawing/2014/main" id="{DF93EBDA-86E2-8491-BEC7-8ACA976541EC}"/>
                    </a:ext>
                  </a:extLst>
                </p:cNvPr>
                <p:cNvSpPr txBox="1"/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6" name="ZoneTexte 135">
                  <a:extLst>
                    <a:ext uri="{FF2B5EF4-FFF2-40B4-BE49-F238E27FC236}">
                      <a16:creationId xmlns:a16="http://schemas.microsoft.com/office/drawing/2014/main" id="{DF93EBDA-86E2-8491-BEC7-8ACA97654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027" y="1600343"/>
                  <a:ext cx="505779" cy="33348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" name="Connecteur droit 136">
              <a:extLst>
                <a:ext uri="{FF2B5EF4-FFF2-40B4-BE49-F238E27FC236}">
                  <a16:creationId xmlns:a16="http://schemas.microsoft.com/office/drawing/2014/main" id="{9D5A816F-4B21-A361-E1C7-7BE5538F708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033946" y="1948395"/>
              <a:ext cx="541421" cy="632204"/>
            </a:xfrm>
            <a:prstGeom prst="line">
              <a:avLst/>
            </a:prstGeom>
            <a:ln w="28575">
              <a:solidFill>
                <a:srgbClr val="7030A0"/>
              </a:solidFill>
              <a:prstDash val="solid"/>
              <a:headEnd type="none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ZoneTexte 137">
                  <a:extLst>
                    <a:ext uri="{FF2B5EF4-FFF2-40B4-BE49-F238E27FC236}">
                      <a16:creationId xmlns:a16="http://schemas.microsoft.com/office/drawing/2014/main" id="{833396D4-BFB0-972C-4B42-EF8348BCA4D8}"/>
                    </a:ext>
                  </a:extLst>
                </p:cNvPr>
                <p:cNvSpPr txBox="1"/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𝐻𝐷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38" name="ZoneTexte 137">
                  <a:extLst>
                    <a:ext uri="{FF2B5EF4-FFF2-40B4-BE49-F238E27FC236}">
                      <a16:creationId xmlns:a16="http://schemas.microsoft.com/office/drawing/2014/main" id="{833396D4-BFB0-972C-4B42-EF8348BCA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1727" y="1967831"/>
                  <a:ext cx="495520" cy="333489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6130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Arc plein 111">
            <a:extLst>
              <a:ext uri="{FF2B5EF4-FFF2-40B4-BE49-F238E27FC236}">
                <a16:creationId xmlns:a16="http://schemas.microsoft.com/office/drawing/2014/main" id="{D74F760E-67C8-F97E-4261-126F201FDA05}"/>
              </a:ext>
            </a:extLst>
          </p:cNvPr>
          <p:cNvSpPr/>
          <p:nvPr/>
        </p:nvSpPr>
        <p:spPr>
          <a:xfrm>
            <a:off x="1439229" y="-552450"/>
            <a:ext cx="2446878" cy="2446878"/>
          </a:xfrm>
          <a:prstGeom prst="blockArc">
            <a:avLst>
              <a:gd name="adj1" fmla="val 13520052"/>
              <a:gd name="adj2" fmla="val 13700"/>
              <a:gd name="adj3" fmla="val 1349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47B2F7B-F662-5740-C459-71485B1B43BD}"/>
              </a:ext>
            </a:extLst>
          </p:cNvPr>
          <p:cNvCxnSpPr>
            <a:cxnSpLocks/>
            <a:stCxn id="85" idx="7"/>
            <a:endCxn id="8" idx="1"/>
          </p:cNvCxnSpPr>
          <p:nvPr/>
        </p:nvCxnSpPr>
        <p:spPr>
          <a:xfrm flipV="1">
            <a:off x="6607337" y="492450"/>
            <a:ext cx="2780558" cy="318515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F8C53ED-65AE-0E47-A485-C28D404D4539}"/>
              </a:ext>
            </a:extLst>
          </p:cNvPr>
          <p:cNvCxnSpPr>
            <a:cxnSpLocks/>
            <a:stCxn id="20" idx="6"/>
            <a:endCxn id="8" idx="0"/>
          </p:cNvCxnSpPr>
          <p:nvPr/>
        </p:nvCxnSpPr>
        <p:spPr>
          <a:xfrm flipV="1">
            <a:off x="6642136" y="413369"/>
            <a:ext cx="2936678" cy="727637"/>
          </a:xfrm>
          <a:prstGeom prst="line">
            <a:avLst/>
          </a:prstGeom>
          <a:ln w="9525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>
            <a:extLst>
              <a:ext uri="{FF2B5EF4-FFF2-40B4-BE49-F238E27FC236}">
                <a16:creationId xmlns:a16="http://schemas.microsoft.com/office/drawing/2014/main" id="{7E5AFE7D-39FF-3F02-6036-E0AC2E07CF4E}"/>
              </a:ext>
            </a:extLst>
          </p:cNvPr>
          <p:cNvGrpSpPr/>
          <p:nvPr/>
        </p:nvGrpSpPr>
        <p:grpSpPr>
          <a:xfrm>
            <a:off x="2360064" y="413369"/>
            <a:ext cx="7488750" cy="5318744"/>
            <a:chOff x="2360064" y="413369"/>
            <a:chExt cx="7488750" cy="5318744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13B602B-636C-59F3-827B-0277BAAB1163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A688A9B-941A-2DA2-E00B-CF816E0F267D}"/>
                </a:ext>
              </a:extLst>
            </p:cNvPr>
            <p:cNvSpPr/>
            <p:nvPr/>
          </p:nvSpPr>
          <p:spPr>
            <a:xfrm>
              <a:off x="930881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680F237E-50CE-B6CC-FA21-6FEFF8FE01C5}"/>
                </a:ext>
              </a:extLst>
            </p:cNvPr>
            <p:cNvSpPr/>
            <p:nvPr/>
          </p:nvSpPr>
          <p:spPr>
            <a:xfrm>
              <a:off x="948881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EA71514D-B365-8543-67CD-F32B9A0CEA9C}"/>
                </a:ext>
              </a:extLst>
            </p:cNvPr>
            <p:cNvSpPr/>
            <p:nvPr/>
          </p:nvSpPr>
          <p:spPr>
            <a:xfrm>
              <a:off x="2360064" y="413369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C278E428-8F0A-A639-9345-6256B99285E4}"/>
                </a:ext>
              </a:extLst>
            </p:cNvPr>
            <p:cNvSpPr/>
            <p:nvPr/>
          </p:nvSpPr>
          <p:spPr>
            <a:xfrm>
              <a:off x="2540064" y="59336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39A7E87-377A-FE02-DF1D-4BD398003E10}"/>
                </a:ext>
              </a:extLst>
            </p:cNvPr>
            <p:cNvSpPr/>
            <p:nvPr/>
          </p:nvSpPr>
          <p:spPr>
            <a:xfrm>
              <a:off x="236006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2E1CB102-527B-9FEE-A6BF-46930DA807A9}"/>
                </a:ext>
              </a:extLst>
            </p:cNvPr>
            <p:cNvSpPr/>
            <p:nvPr/>
          </p:nvSpPr>
          <p:spPr>
            <a:xfrm>
              <a:off x="254006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43273B4-06BE-EE9D-B804-78676EBE91CF}"/>
                </a:ext>
              </a:extLst>
            </p:cNvPr>
            <p:cNvSpPr/>
            <p:nvPr/>
          </p:nvSpPr>
          <p:spPr>
            <a:xfrm>
              <a:off x="9308814" y="5192113"/>
              <a:ext cx="540000" cy="54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AE6770D1-A021-34EE-92F7-F64DADDA22B9}"/>
                </a:ext>
              </a:extLst>
            </p:cNvPr>
            <p:cNvSpPr/>
            <p:nvPr/>
          </p:nvSpPr>
          <p:spPr>
            <a:xfrm>
              <a:off x="9488814" y="5372113"/>
              <a:ext cx="180000" cy="180000"/>
            </a:xfrm>
            <a:prstGeom prst="ellipse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8C2829B0-5AD3-9815-6C6B-A1D19E0ECB81}"/>
                </a:ext>
              </a:extLst>
            </p:cNvPr>
            <p:cNvSpPr/>
            <p:nvPr/>
          </p:nvSpPr>
          <p:spPr>
            <a:xfrm>
              <a:off x="2504439" y="552741"/>
              <a:ext cx="7200000" cy="5040000"/>
            </a:xfrm>
            <a:prstGeom prst="roundRect">
              <a:avLst>
                <a:gd name="adj" fmla="val 2563"/>
              </a:avLst>
            </a:prstGeom>
            <a:noFill/>
            <a:ln w="952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74827B51-73D6-E211-8E78-0C506E3B9694}"/>
              </a:ext>
            </a:extLst>
          </p:cNvPr>
          <p:cNvGrpSpPr/>
          <p:nvPr/>
        </p:nvGrpSpPr>
        <p:grpSpPr>
          <a:xfrm>
            <a:off x="5528439" y="995505"/>
            <a:ext cx="1152000" cy="576000"/>
            <a:chOff x="4651128" y="2719448"/>
            <a:chExt cx="1152000" cy="576000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ECC779C1-937B-8B1F-889D-432E8424A12E}"/>
                </a:ext>
              </a:extLst>
            </p:cNvPr>
            <p:cNvSpPr/>
            <p:nvPr/>
          </p:nvSpPr>
          <p:spPr>
            <a:xfrm>
              <a:off x="4651128" y="2719448"/>
              <a:ext cx="1152000" cy="576000"/>
            </a:xfrm>
            <a:prstGeom prst="roundRect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494662D4-61EA-CCA7-61B6-5083DBE4066A}"/>
                </a:ext>
              </a:extLst>
            </p:cNvPr>
            <p:cNvSpPr/>
            <p:nvPr/>
          </p:nvSpPr>
          <p:spPr>
            <a:xfrm>
              <a:off x="4692650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3D3A41AF-5017-0B5D-3C64-B340B459F66A}"/>
                </a:ext>
              </a:extLst>
            </p:cNvPr>
            <p:cNvSpPr/>
            <p:nvPr/>
          </p:nvSpPr>
          <p:spPr>
            <a:xfrm>
              <a:off x="5584825" y="2774949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9D4826C-A0CC-5035-A724-DC536BF727F9}"/>
                </a:ext>
              </a:extLst>
            </p:cNvPr>
            <p:cNvSpPr/>
            <p:nvPr/>
          </p:nvSpPr>
          <p:spPr>
            <a:xfrm>
              <a:off x="4692650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1ED0B39-7A34-19BC-B398-005AF7D18705}"/>
                </a:ext>
              </a:extLst>
            </p:cNvPr>
            <p:cNvSpPr/>
            <p:nvPr/>
          </p:nvSpPr>
          <p:spPr>
            <a:xfrm>
              <a:off x="5584825" y="3060598"/>
              <a:ext cx="180000" cy="180000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BB2B3B0-6281-4D11-B83C-91E57D0E354A}"/>
              </a:ext>
            </a:extLst>
          </p:cNvPr>
          <p:cNvCxnSpPr>
            <a:cxnSpLocks/>
            <a:stCxn id="9" idx="7"/>
            <a:endCxn id="8" idx="7"/>
          </p:cNvCxnSpPr>
          <p:nvPr/>
        </p:nvCxnSpPr>
        <p:spPr>
          <a:xfrm flipV="1">
            <a:off x="9642454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8DE98B8-E968-E4DD-E38C-CE8C6A07BBE3}"/>
              </a:ext>
            </a:extLst>
          </p:cNvPr>
          <p:cNvCxnSpPr>
            <a:cxnSpLocks/>
            <a:stCxn id="15" idx="5"/>
            <a:endCxn id="14" idx="5"/>
          </p:cNvCxnSpPr>
          <p:nvPr/>
        </p:nvCxnSpPr>
        <p:spPr>
          <a:xfrm>
            <a:off x="9642454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A09C5934-B598-1DF7-DC0D-C0C51C587788}"/>
              </a:ext>
            </a:extLst>
          </p:cNvPr>
          <p:cNvCxnSpPr>
            <a:cxnSpLocks/>
            <a:stCxn id="12" idx="3"/>
            <a:endCxn id="13" idx="3"/>
          </p:cNvCxnSpPr>
          <p:nvPr/>
        </p:nvCxnSpPr>
        <p:spPr>
          <a:xfrm flipV="1">
            <a:off x="2439145" y="5525753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E5B30CC-6BFF-2826-88A5-E537037A0F52}"/>
              </a:ext>
            </a:extLst>
          </p:cNvPr>
          <p:cNvCxnSpPr>
            <a:cxnSpLocks/>
            <a:stCxn id="11" idx="1"/>
            <a:endCxn id="10" idx="1"/>
          </p:cNvCxnSpPr>
          <p:nvPr/>
        </p:nvCxnSpPr>
        <p:spPr>
          <a:xfrm flipH="1" flipV="1">
            <a:off x="2439145" y="492450"/>
            <a:ext cx="127279" cy="127279"/>
          </a:xfrm>
          <a:prstGeom prst="line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337921F0-67E4-F9BF-C87B-CCFA2659534C}"/>
                  </a:ext>
                </a:extLst>
              </p:cNvPr>
              <p:cNvSpPr txBox="1"/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337921F0-67E4-F9BF-C87B-CCFA26595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011" y="544869"/>
                <a:ext cx="455574" cy="276999"/>
              </a:xfrm>
              <a:prstGeom prst="rect">
                <a:avLst/>
              </a:prstGeom>
              <a:blipFill>
                <a:blip r:embed="rId2"/>
                <a:stretch>
                  <a:fillRect l="-10667" r="-5333" b="-152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895872B-6496-509F-6E7A-82678CF5E7CE}"/>
                  </a:ext>
                </a:extLst>
              </p:cNvPr>
              <p:cNvSpPr txBox="1"/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C895872B-6496-509F-6E7A-82678CF5E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660" y="78184"/>
                <a:ext cx="437749" cy="276999"/>
              </a:xfrm>
              <a:prstGeom prst="rect">
                <a:avLst/>
              </a:prstGeom>
              <a:blipFill>
                <a:blip r:embed="rId3"/>
                <a:stretch>
                  <a:fillRect l="-11111" r="-5556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C3E11E3-2E13-0219-9327-6B514FF9CCAA}"/>
              </a:ext>
            </a:extLst>
          </p:cNvPr>
          <p:cNvCxnSpPr>
            <a:cxnSpLocks/>
            <a:stCxn id="82" idx="1"/>
            <a:endCxn id="10" idx="7"/>
          </p:cNvCxnSpPr>
          <p:nvPr/>
        </p:nvCxnSpPr>
        <p:spPr>
          <a:xfrm flipH="1" flipV="1">
            <a:off x="2820983" y="492450"/>
            <a:ext cx="2766899" cy="3185159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258D6033-90C1-02BE-6437-C6785066E5BA}"/>
              </a:ext>
            </a:extLst>
          </p:cNvPr>
          <p:cNvCxnSpPr>
            <a:cxnSpLocks/>
            <a:stCxn id="83" idx="3"/>
            <a:endCxn id="12" idx="5"/>
          </p:cNvCxnSpPr>
          <p:nvPr/>
        </p:nvCxnSpPr>
        <p:spPr>
          <a:xfrm flipH="1">
            <a:off x="2820983" y="4090538"/>
            <a:ext cx="2766899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49D2993-F546-EDC4-A5C9-0AFE45D012E3}"/>
              </a:ext>
            </a:extLst>
          </p:cNvPr>
          <p:cNvCxnSpPr>
            <a:cxnSpLocks/>
            <a:stCxn id="84" idx="5"/>
            <a:endCxn id="14" idx="3"/>
          </p:cNvCxnSpPr>
          <p:nvPr/>
        </p:nvCxnSpPr>
        <p:spPr>
          <a:xfrm>
            <a:off x="6607337" y="4090538"/>
            <a:ext cx="2780558" cy="1562494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CCB19B28-05F4-E404-C453-A93DC88D90C4}"/>
                  </a:ext>
                </a:extLst>
              </p:cNvPr>
              <p:cNvSpPr txBox="1"/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𝐻𝐷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CCB19B28-05F4-E404-C453-A93DC88D9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209" y="3290500"/>
                <a:ext cx="459293" cy="276999"/>
              </a:xfrm>
              <a:prstGeom prst="rect">
                <a:avLst/>
              </a:prstGeom>
              <a:blipFill>
                <a:blip r:embed="rId4"/>
                <a:stretch>
                  <a:fillRect l="-10526" r="-3947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e 32">
            <a:extLst>
              <a:ext uri="{FF2B5EF4-FFF2-40B4-BE49-F238E27FC236}">
                <a16:creationId xmlns:a16="http://schemas.microsoft.com/office/drawing/2014/main" id="{2C1E5C8C-C75A-E236-CE2F-A0795413BA7F}"/>
              </a:ext>
            </a:extLst>
          </p:cNvPr>
          <p:cNvGrpSpPr/>
          <p:nvPr/>
        </p:nvGrpSpPr>
        <p:grpSpPr>
          <a:xfrm>
            <a:off x="2606758" y="1083983"/>
            <a:ext cx="6982485" cy="4104195"/>
            <a:chOff x="2606758" y="1090333"/>
            <a:chExt cx="6982485" cy="4104195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A47E7EB4-DC2A-DD6B-03D0-B501B782D166}"/>
                </a:ext>
              </a:extLst>
            </p:cNvPr>
            <p:cNvGrpSpPr/>
            <p:nvPr/>
          </p:nvGrpSpPr>
          <p:grpSpPr>
            <a:xfrm>
              <a:off x="2606758" y="4546528"/>
              <a:ext cx="6982485" cy="648000"/>
              <a:chOff x="2606758" y="4546528"/>
              <a:chExt cx="6982485" cy="648000"/>
            </a:xfrm>
          </p:grpSpPr>
          <p:sp>
            <p:nvSpPr>
              <p:cNvPr id="65" name="Rectangle : coins arrondis 64">
                <a:extLst>
                  <a:ext uri="{FF2B5EF4-FFF2-40B4-BE49-F238E27FC236}">
                    <a16:creationId xmlns:a16="http://schemas.microsoft.com/office/drawing/2014/main" id="{FC11A98B-0504-356E-33C9-7466A48123C3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6" name="Rectangle : coins arrondis 65">
                <a:extLst>
                  <a:ext uri="{FF2B5EF4-FFF2-40B4-BE49-F238E27FC236}">
                    <a16:creationId xmlns:a16="http://schemas.microsoft.com/office/drawing/2014/main" id="{AE9C5ACC-3794-0BCA-0F31-76F0E86653A4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7" name="Rectangle : coins arrondis 66">
                <a:extLst>
                  <a:ext uri="{FF2B5EF4-FFF2-40B4-BE49-F238E27FC236}">
                    <a16:creationId xmlns:a16="http://schemas.microsoft.com/office/drawing/2014/main" id="{9E62E335-1504-29CF-0660-2FC21CAE7E88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8" name="Rectangle : coins arrondis 67">
                <a:extLst>
                  <a:ext uri="{FF2B5EF4-FFF2-40B4-BE49-F238E27FC236}">
                    <a16:creationId xmlns:a16="http://schemas.microsoft.com/office/drawing/2014/main" id="{FEFEB398-9FAF-A18D-DCCC-0F60704E9878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9" name="Rectangle : coins arrondis 68">
                <a:extLst>
                  <a:ext uri="{FF2B5EF4-FFF2-40B4-BE49-F238E27FC236}">
                    <a16:creationId xmlns:a16="http://schemas.microsoft.com/office/drawing/2014/main" id="{3B3AF331-7BB9-8B54-3EF0-3A6997906274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E3230227-0BC7-F742-EA93-E45EA7F1A06C}"/>
                </a:ext>
              </a:extLst>
            </p:cNvPr>
            <p:cNvGrpSpPr/>
            <p:nvPr/>
          </p:nvGrpSpPr>
          <p:grpSpPr>
            <a:xfrm>
              <a:off x="2606758" y="3855289"/>
              <a:ext cx="6982485" cy="648000"/>
              <a:chOff x="2606758" y="4546528"/>
              <a:chExt cx="6982485" cy="648000"/>
            </a:xfrm>
          </p:grpSpPr>
          <p:sp>
            <p:nvSpPr>
              <p:cNvPr id="60" name="Rectangle : coins arrondis 59">
                <a:extLst>
                  <a:ext uri="{FF2B5EF4-FFF2-40B4-BE49-F238E27FC236}">
                    <a16:creationId xmlns:a16="http://schemas.microsoft.com/office/drawing/2014/main" id="{85456565-06B9-16F9-EA3F-1D2F072A436B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1" name="Rectangle : coins arrondis 60">
                <a:extLst>
                  <a:ext uri="{FF2B5EF4-FFF2-40B4-BE49-F238E27FC236}">
                    <a16:creationId xmlns:a16="http://schemas.microsoft.com/office/drawing/2014/main" id="{D8393D86-C641-67FF-219A-7F170EEB5B43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2" name="Rectangle : coins arrondis 61">
                <a:extLst>
                  <a:ext uri="{FF2B5EF4-FFF2-40B4-BE49-F238E27FC236}">
                    <a16:creationId xmlns:a16="http://schemas.microsoft.com/office/drawing/2014/main" id="{FF8ACEDD-EDDF-F5D3-7E9D-A900914FC80F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47FD6074-060B-53D7-566D-9441AD4F148E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4" name="Rectangle : coins arrondis 63">
                <a:extLst>
                  <a:ext uri="{FF2B5EF4-FFF2-40B4-BE49-F238E27FC236}">
                    <a16:creationId xmlns:a16="http://schemas.microsoft.com/office/drawing/2014/main" id="{B713C1F8-C86A-90B0-1B36-BD7C291350CD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EA9D23D7-7280-7D6A-BA98-FFD161714697}"/>
                </a:ext>
              </a:extLst>
            </p:cNvPr>
            <p:cNvGrpSpPr/>
            <p:nvPr/>
          </p:nvGrpSpPr>
          <p:grpSpPr>
            <a:xfrm>
              <a:off x="2606758" y="3164050"/>
              <a:ext cx="6982485" cy="648000"/>
              <a:chOff x="2606758" y="4546528"/>
              <a:chExt cx="6982485" cy="648000"/>
            </a:xfrm>
          </p:grpSpPr>
          <p:sp>
            <p:nvSpPr>
              <p:cNvPr id="55" name="Rectangle : coins arrondis 54">
                <a:extLst>
                  <a:ext uri="{FF2B5EF4-FFF2-40B4-BE49-F238E27FC236}">
                    <a16:creationId xmlns:a16="http://schemas.microsoft.com/office/drawing/2014/main" id="{F68842BC-B4E5-8063-A872-EFB0A627E94D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6" name="Rectangle : coins arrondis 55">
                <a:extLst>
                  <a:ext uri="{FF2B5EF4-FFF2-40B4-BE49-F238E27FC236}">
                    <a16:creationId xmlns:a16="http://schemas.microsoft.com/office/drawing/2014/main" id="{255AF853-2D4D-F62F-EBB6-58341C5BC1A5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7" name="Rectangle : coins arrondis 56">
                <a:extLst>
                  <a:ext uri="{FF2B5EF4-FFF2-40B4-BE49-F238E27FC236}">
                    <a16:creationId xmlns:a16="http://schemas.microsoft.com/office/drawing/2014/main" id="{BBD1EF0B-1CC1-BD86-D0BB-DBC3A25E10C7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5AFB4263-C3B5-1726-9A3A-EBE90AD3A1D4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9" name="Rectangle : coins arrondis 58">
                <a:extLst>
                  <a:ext uri="{FF2B5EF4-FFF2-40B4-BE49-F238E27FC236}">
                    <a16:creationId xmlns:a16="http://schemas.microsoft.com/office/drawing/2014/main" id="{358B6B56-FD33-752A-5A31-DFE014DEF95F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7" name="Groupe 36">
              <a:extLst>
                <a:ext uri="{FF2B5EF4-FFF2-40B4-BE49-F238E27FC236}">
                  <a16:creationId xmlns:a16="http://schemas.microsoft.com/office/drawing/2014/main" id="{8CB7761D-F7CD-A5E9-FDEB-9FBC85B01895}"/>
                </a:ext>
              </a:extLst>
            </p:cNvPr>
            <p:cNvGrpSpPr/>
            <p:nvPr/>
          </p:nvGrpSpPr>
          <p:grpSpPr>
            <a:xfrm>
              <a:off x="2606758" y="2472811"/>
              <a:ext cx="6982485" cy="648000"/>
              <a:chOff x="2606758" y="4546528"/>
              <a:chExt cx="6982485" cy="648000"/>
            </a:xfrm>
          </p:grpSpPr>
          <p:sp>
            <p:nvSpPr>
              <p:cNvPr id="50" name="Rectangle : coins arrondis 49">
                <a:extLst>
                  <a:ext uri="{FF2B5EF4-FFF2-40B4-BE49-F238E27FC236}">
                    <a16:creationId xmlns:a16="http://schemas.microsoft.com/office/drawing/2014/main" id="{02CEC0A5-1B00-22FF-9C5A-33C439AF3024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1" name="Rectangle : coins arrondis 50">
                <a:extLst>
                  <a:ext uri="{FF2B5EF4-FFF2-40B4-BE49-F238E27FC236}">
                    <a16:creationId xmlns:a16="http://schemas.microsoft.com/office/drawing/2014/main" id="{7DE5E3DC-C7B3-AF0C-731B-41E5A02C9485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2" name="Rectangle : coins arrondis 51">
                <a:extLst>
                  <a:ext uri="{FF2B5EF4-FFF2-40B4-BE49-F238E27FC236}">
                    <a16:creationId xmlns:a16="http://schemas.microsoft.com/office/drawing/2014/main" id="{1AA6BAE7-4A5E-A1DE-B69F-55D6FA1292D1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3" name="Rectangle : coins arrondis 52">
                <a:extLst>
                  <a:ext uri="{FF2B5EF4-FFF2-40B4-BE49-F238E27FC236}">
                    <a16:creationId xmlns:a16="http://schemas.microsoft.com/office/drawing/2014/main" id="{F86C7CB0-FE59-0AAA-BB09-EFDEC287952F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4" name="Rectangle : coins arrondis 53">
                <a:extLst>
                  <a:ext uri="{FF2B5EF4-FFF2-40B4-BE49-F238E27FC236}">
                    <a16:creationId xmlns:a16="http://schemas.microsoft.com/office/drawing/2014/main" id="{927D1119-DACC-8CC8-B06A-F82014335B06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42D7BF3D-0760-D929-CCA3-A73AC4E78EB5}"/>
                </a:ext>
              </a:extLst>
            </p:cNvPr>
            <p:cNvGrpSpPr/>
            <p:nvPr/>
          </p:nvGrpSpPr>
          <p:grpSpPr>
            <a:xfrm>
              <a:off x="2606758" y="1781572"/>
              <a:ext cx="6982485" cy="648000"/>
              <a:chOff x="2606758" y="4546528"/>
              <a:chExt cx="6982485" cy="648000"/>
            </a:xfrm>
          </p:grpSpPr>
          <p:sp>
            <p:nvSpPr>
              <p:cNvPr id="45" name="Rectangle : coins arrondis 44">
                <a:extLst>
                  <a:ext uri="{FF2B5EF4-FFF2-40B4-BE49-F238E27FC236}">
                    <a16:creationId xmlns:a16="http://schemas.microsoft.com/office/drawing/2014/main" id="{DF10DAF5-3400-78E0-5D13-B28BD97F67C9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6" name="Rectangle : coins arrondis 45">
                <a:extLst>
                  <a:ext uri="{FF2B5EF4-FFF2-40B4-BE49-F238E27FC236}">
                    <a16:creationId xmlns:a16="http://schemas.microsoft.com/office/drawing/2014/main" id="{A4B592EB-A5C1-E42D-DD82-80681DD470E2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7" name="Rectangle : coins arrondis 46">
                <a:extLst>
                  <a:ext uri="{FF2B5EF4-FFF2-40B4-BE49-F238E27FC236}">
                    <a16:creationId xmlns:a16="http://schemas.microsoft.com/office/drawing/2014/main" id="{2D0EDC19-8321-3F1B-655D-A6706068419E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8" name="Rectangle : coins arrondis 47">
                <a:extLst>
                  <a:ext uri="{FF2B5EF4-FFF2-40B4-BE49-F238E27FC236}">
                    <a16:creationId xmlns:a16="http://schemas.microsoft.com/office/drawing/2014/main" id="{45BC0847-1ABB-32D3-12D9-CA6569B2D3E1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9" name="Rectangle : coins arrondis 48">
                <a:extLst>
                  <a:ext uri="{FF2B5EF4-FFF2-40B4-BE49-F238E27FC236}">
                    <a16:creationId xmlns:a16="http://schemas.microsoft.com/office/drawing/2014/main" id="{A63567D6-00DD-20C7-D3C3-0693B6C31D9C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01455738-EE20-D49D-09D6-D98E291E3039}"/>
                </a:ext>
              </a:extLst>
            </p:cNvPr>
            <p:cNvGrpSpPr/>
            <p:nvPr/>
          </p:nvGrpSpPr>
          <p:grpSpPr>
            <a:xfrm>
              <a:off x="2606758" y="1090333"/>
              <a:ext cx="6982485" cy="648000"/>
              <a:chOff x="2606758" y="4546528"/>
              <a:chExt cx="6982485" cy="648000"/>
            </a:xfrm>
          </p:grpSpPr>
          <p:sp>
            <p:nvSpPr>
              <p:cNvPr id="40" name="Rectangle : coins arrondis 39">
                <a:extLst>
                  <a:ext uri="{FF2B5EF4-FFF2-40B4-BE49-F238E27FC236}">
                    <a16:creationId xmlns:a16="http://schemas.microsoft.com/office/drawing/2014/main" id="{43EE495D-1D5B-9E09-A746-D193000AC032}"/>
                  </a:ext>
                </a:extLst>
              </p:cNvPr>
              <p:cNvSpPr/>
              <p:nvPr/>
            </p:nvSpPr>
            <p:spPr>
              <a:xfrm>
                <a:off x="5486000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1" name="Rectangle : coins arrondis 40">
                <a:extLst>
                  <a:ext uri="{FF2B5EF4-FFF2-40B4-BE49-F238E27FC236}">
                    <a16:creationId xmlns:a16="http://schemas.microsoft.com/office/drawing/2014/main" id="{BD030E87-31B9-9D0F-F022-1AF4CEDAFF05}"/>
                  </a:ext>
                </a:extLst>
              </p:cNvPr>
              <p:cNvSpPr/>
              <p:nvPr/>
            </p:nvSpPr>
            <p:spPr>
              <a:xfrm>
                <a:off x="4046379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2" name="Rectangle : coins arrondis 41">
                <a:extLst>
                  <a:ext uri="{FF2B5EF4-FFF2-40B4-BE49-F238E27FC236}">
                    <a16:creationId xmlns:a16="http://schemas.microsoft.com/office/drawing/2014/main" id="{63A46315-9858-C210-EC80-FC71B375FA30}"/>
                  </a:ext>
                </a:extLst>
              </p:cNvPr>
              <p:cNvSpPr/>
              <p:nvPr/>
            </p:nvSpPr>
            <p:spPr>
              <a:xfrm>
                <a:off x="2606758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3" name="Rectangle : coins arrondis 42">
                <a:extLst>
                  <a:ext uri="{FF2B5EF4-FFF2-40B4-BE49-F238E27FC236}">
                    <a16:creationId xmlns:a16="http://schemas.microsoft.com/office/drawing/2014/main" id="{FC05C0A8-C893-CA9A-E0FF-FC172DECDBAA}"/>
                  </a:ext>
                </a:extLst>
              </p:cNvPr>
              <p:cNvSpPr/>
              <p:nvPr/>
            </p:nvSpPr>
            <p:spPr>
              <a:xfrm>
                <a:off x="6925621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4" name="Rectangle : coins arrondis 43">
                <a:extLst>
                  <a:ext uri="{FF2B5EF4-FFF2-40B4-BE49-F238E27FC236}">
                    <a16:creationId xmlns:a16="http://schemas.microsoft.com/office/drawing/2014/main" id="{A5F50ABE-FBD2-D167-8BF3-8DBC1E524611}"/>
                  </a:ext>
                </a:extLst>
              </p:cNvPr>
              <p:cNvSpPr/>
              <p:nvPr/>
            </p:nvSpPr>
            <p:spPr>
              <a:xfrm>
                <a:off x="8365243" y="4546528"/>
                <a:ext cx="1224000" cy="648000"/>
              </a:xfrm>
              <a:prstGeom prst="roundRect">
                <a:avLst>
                  <a:gd name="adj" fmla="val 11155"/>
                </a:avLst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0851F337-0004-845B-D06D-9E75D1B68459}"/>
              </a:ext>
            </a:extLst>
          </p:cNvPr>
          <p:cNvGrpSpPr/>
          <p:nvPr/>
        </p:nvGrpSpPr>
        <p:grpSpPr>
          <a:xfrm>
            <a:off x="2486661" y="1223876"/>
            <a:ext cx="3891243" cy="3797508"/>
            <a:chOff x="2486661" y="1223876"/>
            <a:chExt cx="3891243" cy="3797508"/>
          </a:xfrm>
        </p:grpSpPr>
        <p:cxnSp>
          <p:nvCxnSpPr>
            <p:cNvPr id="70" name="Connecteur droit 69">
              <a:extLst>
                <a:ext uri="{FF2B5EF4-FFF2-40B4-BE49-F238E27FC236}">
                  <a16:creationId xmlns:a16="http://schemas.microsoft.com/office/drawing/2014/main" id="{43ABDE2E-3B6B-F9B2-BA33-AFEECA05B074}"/>
                </a:ext>
              </a:extLst>
            </p:cNvPr>
            <p:cNvCxnSpPr/>
            <p:nvPr/>
          </p:nvCxnSpPr>
          <p:spPr>
            <a:xfrm>
              <a:off x="3218758" y="4870528"/>
              <a:ext cx="2885681" cy="0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D49E7431-DC08-1CDB-4472-2EBCABC9F3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8758" y="1336655"/>
              <a:ext cx="0" cy="3533873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EE2F3BB0-C428-9F7F-6A4C-BB4AB1CAD77F}"/>
                    </a:ext>
                  </a:extLst>
                </p:cNvPr>
                <p:cNvSpPr txBox="1"/>
                <p:nvPr/>
              </p:nvSpPr>
              <p:spPr>
                <a:xfrm>
                  <a:off x="6194585" y="4744385"/>
                  <a:ext cx="1833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EE2F3BB0-C428-9F7F-6A4C-BB4AB1CAD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4585" y="4744385"/>
                  <a:ext cx="183319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3333" t="-45652" r="-103333" b="-869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ZoneTexte 72">
                  <a:extLst>
                    <a:ext uri="{FF2B5EF4-FFF2-40B4-BE49-F238E27FC236}">
                      <a16:creationId xmlns:a16="http://schemas.microsoft.com/office/drawing/2014/main" id="{BBFB03B1-0149-9ECC-B31C-B6198AA0F5FC}"/>
                    </a:ext>
                  </a:extLst>
                </p:cNvPr>
                <p:cNvSpPr txBox="1"/>
                <p:nvPr/>
              </p:nvSpPr>
              <p:spPr>
                <a:xfrm>
                  <a:off x="2486661" y="1223876"/>
                  <a:ext cx="96793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3" name="ZoneTexte 72">
                  <a:extLst>
                    <a:ext uri="{FF2B5EF4-FFF2-40B4-BE49-F238E27FC236}">
                      <a16:creationId xmlns:a16="http://schemas.microsoft.com/office/drawing/2014/main" id="{BBFB03B1-0149-9ECC-B31C-B6198AA0F5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661" y="1223876"/>
                  <a:ext cx="967938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2333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21B63ACD-50C6-7BFB-A4A9-4329F1A6E008}"/>
                </a:ext>
              </a:extLst>
            </p:cNvPr>
            <p:cNvSpPr/>
            <p:nvPr/>
          </p:nvSpPr>
          <p:spPr>
            <a:xfrm>
              <a:off x="3128611" y="478052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C3E1F5E0-02A4-0BFB-DE8A-245EC7DA6ADF}"/>
                </a:ext>
              </a:extLst>
            </p:cNvPr>
            <p:cNvSpPr/>
            <p:nvPr/>
          </p:nvSpPr>
          <p:spPr>
            <a:xfrm>
              <a:off x="3194376" y="4846293"/>
              <a:ext cx="48471" cy="48471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50973D3B-63E7-1C39-4255-6AC6C2A40CAF}"/>
                    </a:ext>
                  </a:extLst>
                </p:cNvPr>
                <p:cNvSpPr txBox="1"/>
                <p:nvPr/>
              </p:nvSpPr>
              <p:spPr>
                <a:xfrm>
                  <a:off x="2812864" y="4593529"/>
                  <a:ext cx="2140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50973D3B-63E7-1C39-4255-6AC6C2A40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2864" y="4593529"/>
                  <a:ext cx="2140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2222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00F8DCA5-D354-A941-22DA-1674731EB30C}"/>
              </a:ext>
            </a:extLst>
          </p:cNvPr>
          <p:cNvCxnSpPr>
            <a:cxnSpLocks/>
            <a:stCxn id="85" idx="3"/>
          </p:cNvCxnSpPr>
          <p:nvPr/>
        </p:nvCxnSpPr>
        <p:spPr>
          <a:xfrm flipV="1">
            <a:off x="6480057" y="721779"/>
            <a:ext cx="3061478" cy="3083110"/>
          </a:xfrm>
          <a:prstGeom prst="line">
            <a:avLst/>
          </a:prstGeom>
          <a:ln w="12700">
            <a:solidFill>
              <a:srgbClr val="7030A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335D5AF2-4FA1-51AE-BB43-E708F3DE5319}"/>
              </a:ext>
            </a:extLst>
          </p:cNvPr>
          <p:cNvGrpSpPr/>
          <p:nvPr/>
        </p:nvGrpSpPr>
        <p:grpSpPr>
          <a:xfrm>
            <a:off x="5520000" y="3583381"/>
            <a:ext cx="1152000" cy="588367"/>
            <a:chOff x="5520000" y="3583381"/>
            <a:chExt cx="1152000" cy="588367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883A0F92-8B75-29B6-BB4B-442B34EACE0F}"/>
                </a:ext>
              </a:extLst>
            </p:cNvPr>
            <p:cNvSpPr/>
            <p:nvPr/>
          </p:nvSpPr>
          <p:spPr>
            <a:xfrm>
              <a:off x="6080203" y="3876565"/>
              <a:ext cx="48471" cy="48471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BC2FEF01-C29D-2280-A587-577983424EEC}"/>
                    </a:ext>
                  </a:extLst>
                </p:cNvPr>
                <p:cNvSpPr txBox="1"/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FDEB27B-0EA1-F9A4-E42C-572E59DD0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1368" y="3583381"/>
                  <a:ext cx="25571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429" r="-19048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485C4265-583A-35EF-EAE5-C7537C180D61}"/>
                </a:ext>
              </a:extLst>
            </p:cNvPr>
            <p:cNvGrpSpPr/>
            <p:nvPr/>
          </p:nvGrpSpPr>
          <p:grpSpPr>
            <a:xfrm>
              <a:off x="5520000" y="3595748"/>
              <a:ext cx="1152000" cy="576000"/>
              <a:chOff x="4651128" y="2719448"/>
              <a:chExt cx="1152000" cy="576000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FA5CABDA-7503-E24D-E2E6-84C5EA8681F8}"/>
                  </a:ext>
                </a:extLst>
              </p:cNvPr>
              <p:cNvSpPr/>
              <p:nvPr/>
            </p:nvSpPr>
            <p:spPr>
              <a:xfrm>
                <a:off x="4692650" y="2774949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2A088521-5AE5-F682-A526-A312A83142E7}"/>
                  </a:ext>
                </a:extLst>
              </p:cNvPr>
              <p:cNvSpPr/>
              <p:nvPr/>
            </p:nvSpPr>
            <p:spPr>
              <a:xfrm>
                <a:off x="4692650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396ED897-1FAC-4B74-B6A0-1464FD70503E}"/>
                  </a:ext>
                </a:extLst>
              </p:cNvPr>
              <p:cNvSpPr/>
              <p:nvPr/>
            </p:nvSpPr>
            <p:spPr>
              <a:xfrm>
                <a:off x="5584825" y="3060598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BE7D0182-E0F9-578F-7FDA-10094C07AD4C}"/>
                  </a:ext>
                </a:extLst>
              </p:cNvPr>
              <p:cNvSpPr/>
              <p:nvPr/>
            </p:nvSpPr>
            <p:spPr>
              <a:xfrm>
                <a:off x="5584825" y="2774949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Rectangle : coins arrondis 85">
                <a:extLst>
                  <a:ext uri="{FF2B5EF4-FFF2-40B4-BE49-F238E27FC236}">
                    <a16:creationId xmlns:a16="http://schemas.microsoft.com/office/drawing/2014/main" id="{D9039F85-692A-E601-DA11-6C681019AC87}"/>
                  </a:ext>
                </a:extLst>
              </p:cNvPr>
              <p:cNvSpPr/>
              <p:nvPr/>
            </p:nvSpPr>
            <p:spPr>
              <a:xfrm>
                <a:off x="4651128" y="2719448"/>
                <a:ext cx="1152000" cy="576000"/>
              </a:xfrm>
              <a:prstGeom prst="round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3459A33C-85F1-CF28-4F44-56AE9B1BBC54}"/>
              </a:ext>
            </a:extLst>
          </p:cNvPr>
          <p:cNvCxnSpPr>
            <a:cxnSpLocks/>
            <a:stCxn id="9" idx="1"/>
            <a:endCxn id="8" idx="1"/>
          </p:cNvCxnSpPr>
          <p:nvPr/>
        </p:nvCxnSpPr>
        <p:spPr>
          <a:xfrm flipH="1" flipV="1">
            <a:off x="9387895" y="492450"/>
            <a:ext cx="127279" cy="127279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7D5B9748-B1C1-9F12-42B8-B202C5AD9349}"/>
              </a:ext>
            </a:extLst>
          </p:cNvPr>
          <p:cNvCxnSpPr>
            <a:cxnSpLocks/>
          </p:cNvCxnSpPr>
          <p:nvPr/>
        </p:nvCxnSpPr>
        <p:spPr>
          <a:xfrm flipV="1">
            <a:off x="7811001" y="1744263"/>
            <a:ext cx="714519" cy="719567"/>
          </a:xfrm>
          <a:prstGeom prst="line">
            <a:avLst/>
          </a:prstGeom>
          <a:ln w="28575">
            <a:solidFill>
              <a:srgbClr val="7030A0"/>
            </a:solidFill>
            <a:prstDash val="solid"/>
            <a:headEnd type="none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3911A195-9F30-5E58-9562-ABE7690D81E7}"/>
                  </a:ext>
                </a:extLst>
              </p:cNvPr>
              <p:cNvSpPr txBox="1"/>
              <p:nvPr/>
            </p:nvSpPr>
            <p:spPr>
              <a:xfrm>
                <a:off x="8252116" y="2118992"/>
                <a:ext cx="446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𝐻𝐷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3911A195-9F30-5E58-9562-ABE7690D8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116" y="2118992"/>
                <a:ext cx="446468" cy="276999"/>
              </a:xfrm>
              <a:prstGeom prst="rect">
                <a:avLst/>
              </a:prstGeom>
              <a:blipFill>
                <a:blip r:embed="rId9"/>
                <a:stretch>
                  <a:fillRect l="-6849" r="-4110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e 90">
            <a:extLst>
              <a:ext uri="{FF2B5EF4-FFF2-40B4-BE49-F238E27FC236}">
                <a16:creationId xmlns:a16="http://schemas.microsoft.com/office/drawing/2014/main" id="{18597A49-1E03-DC9C-8E6B-201878259C67}"/>
              </a:ext>
            </a:extLst>
          </p:cNvPr>
          <p:cNvGrpSpPr/>
          <p:nvPr/>
        </p:nvGrpSpPr>
        <p:grpSpPr>
          <a:xfrm>
            <a:off x="1634067" y="-459884"/>
            <a:ext cx="1986707" cy="2053092"/>
            <a:chOff x="6634" y="1223876"/>
            <a:chExt cx="6371273" cy="6584166"/>
          </a:xfrm>
        </p:grpSpPr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F3893044-2FD0-D9B9-4AFA-D38B57308100}"/>
                </a:ext>
              </a:extLst>
            </p:cNvPr>
            <p:cNvCxnSpPr>
              <a:cxnSpLocks/>
            </p:cNvCxnSpPr>
            <p:nvPr/>
          </p:nvCxnSpPr>
          <p:spPr>
            <a:xfrm>
              <a:off x="6634" y="4870529"/>
              <a:ext cx="6097807" cy="0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2CCFFC41-0AE2-CDE0-F209-9768C0D41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8758" y="1336655"/>
              <a:ext cx="0" cy="6471387"/>
            </a:xfrm>
            <a:prstGeom prst="line">
              <a:avLst/>
            </a:prstGeom>
            <a:ln w="28575">
              <a:solidFill>
                <a:srgbClr val="00206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7A9CF0FC-139F-9C9A-FA43-B056308DAC1E}"/>
                    </a:ext>
                  </a:extLst>
                </p:cNvPr>
                <p:cNvSpPr txBox="1"/>
                <p:nvPr/>
              </p:nvSpPr>
              <p:spPr>
                <a:xfrm>
                  <a:off x="5165917" y="3802771"/>
                  <a:ext cx="1211990" cy="8883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7A9CF0FC-139F-9C9A-FA43-B056308DA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917" y="3802771"/>
                  <a:ext cx="1211990" cy="888322"/>
                </a:xfrm>
                <a:prstGeom prst="rect">
                  <a:avLst/>
                </a:prstGeom>
                <a:blipFill>
                  <a:blip r:embed="rId10"/>
                  <a:stretch>
                    <a:fillRect t="-45652" r="-64516" b="-869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DC2E2CB9-64FF-64C7-6A09-4DCB55F26CCE}"/>
                    </a:ext>
                  </a:extLst>
                </p:cNvPr>
                <p:cNvSpPr txBox="1"/>
                <p:nvPr/>
              </p:nvSpPr>
              <p:spPr>
                <a:xfrm>
                  <a:off x="1995534" y="1223876"/>
                  <a:ext cx="1459067" cy="11844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DC2E2CB9-64FF-64C7-6A09-4DCB55F26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5534" y="1223876"/>
                  <a:ext cx="1459067" cy="1184430"/>
                </a:xfrm>
                <a:prstGeom prst="rect">
                  <a:avLst/>
                </a:prstGeom>
                <a:blipFill>
                  <a:blip r:embed="rId11"/>
                  <a:stretch>
                    <a:fillRect t="-23333" r="-32432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870B4862-AD58-17FD-FCAA-C6B8097421A2}"/>
                </a:ext>
              </a:extLst>
            </p:cNvPr>
            <p:cNvSpPr/>
            <p:nvPr/>
          </p:nvSpPr>
          <p:spPr>
            <a:xfrm>
              <a:off x="3128611" y="4780529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03A9EFA3-837D-DDE4-2F10-D143A7E20A32}"/>
                </a:ext>
              </a:extLst>
            </p:cNvPr>
            <p:cNvSpPr/>
            <p:nvPr/>
          </p:nvSpPr>
          <p:spPr>
            <a:xfrm>
              <a:off x="3194376" y="4846293"/>
              <a:ext cx="48471" cy="48471"/>
            </a:xfrm>
            <a:prstGeom prst="ellipse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C2A2887B-2264-E3B5-91DD-7B6AEAF1E67F}"/>
                    </a:ext>
                  </a:extLst>
                </p:cNvPr>
                <p:cNvSpPr txBox="1"/>
                <p:nvPr/>
              </p:nvSpPr>
              <p:spPr>
                <a:xfrm>
                  <a:off x="1589473" y="4471315"/>
                  <a:ext cx="779555" cy="8883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98" name="ZoneTexte 97">
                  <a:extLst>
                    <a:ext uri="{FF2B5EF4-FFF2-40B4-BE49-F238E27FC236}">
                      <a16:creationId xmlns:a16="http://schemas.microsoft.com/office/drawing/2014/main" id="{C2A2887B-2264-E3B5-91DD-7B6AEAF1E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9473" y="4471315"/>
                  <a:ext cx="779555" cy="888322"/>
                </a:xfrm>
                <a:prstGeom prst="rect">
                  <a:avLst/>
                </a:prstGeom>
                <a:blipFill>
                  <a:blip r:embed="rId12"/>
                  <a:stretch>
                    <a:fillRect l="-15000" r="-17500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44163F97-35E3-6D05-2E72-3FF2E8CCC257}"/>
              </a:ext>
            </a:extLst>
          </p:cNvPr>
          <p:cNvCxnSpPr>
            <a:cxnSpLocks/>
          </p:cNvCxnSpPr>
          <p:nvPr/>
        </p:nvCxnSpPr>
        <p:spPr>
          <a:xfrm flipH="1" flipV="1">
            <a:off x="1880990" y="-85317"/>
            <a:ext cx="743286" cy="766124"/>
          </a:xfrm>
          <a:prstGeom prst="line">
            <a:avLst/>
          </a:prstGeom>
          <a:ln w="28575">
            <a:solidFill>
              <a:srgbClr val="7030A0"/>
            </a:solidFill>
            <a:prstDash val="solid"/>
            <a:headEnd type="none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984F556C-88AE-C2BD-6011-C8C2FE1FD5DA}"/>
              </a:ext>
            </a:extLst>
          </p:cNvPr>
          <p:cNvCxnSpPr>
            <a:cxnSpLocks/>
            <a:stCxn id="82" idx="5"/>
            <a:endCxn id="97" idx="3"/>
          </p:cNvCxnSpPr>
          <p:nvPr/>
        </p:nvCxnSpPr>
        <p:spPr>
          <a:xfrm flipH="1" flipV="1">
            <a:off x="2630290" y="682569"/>
            <a:ext cx="3084872" cy="3122320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A036AECD-F064-A6E1-1058-422D7F9A427D}"/>
                  </a:ext>
                </a:extLst>
              </p:cNvPr>
              <p:cNvSpPr txBox="1"/>
              <p:nvPr/>
            </p:nvSpPr>
            <p:spPr>
              <a:xfrm>
                <a:off x="1573373" y="24027"/>
                <a:ext cx="4401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𝐻𝐺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A036AECD-F064-A6E1-1058-422D7F9A4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73" y="24027"/>
                <a:ext cx="440120" cy="276999"/>
              </a:xfrm>
              <a:prstGeom prst="rect">
                <a:avLst/>
              </a:prstGeom>
              <a:blipFill>
                <a:blip r:embed="rId13"/>
                <a:stretch>
                  <a:fillRect l="-6944" r="-5556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57DFD980-D956-71C7-C93C-8186175CFD9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880610" y="649721"/>
            <a:ext cx="743286" cy="766124"/>
          </a:xfrm>
          <a:prstGeom prst="line">
            <a:avLst/>
          </a:prstGeom>
          <a:ln w="28575">
            <a:solidFill>
              <a:srgbClr val="7030A0"/>
            </a:solidFill>
            <a:prstDash val="solid"/>
            <a:headEnd type="none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0E0C0EB4-DCB0-B18F-C556-BF8B0173B83E}"/>
              </a:ext>
            </a:extLst>
          </p:cNvPr>
          <p:cNvCxnSpPr>
            <a:cxnSpLocks/>
          </p:cNvCxnSpPr>
          <p:nvPr/>
        </p:nvCxnSpPr>
        <p:spPr>
          <a:xfrm flipH="1">
            <a:off x="1862450" y="-73324"/>
            <a:ext cx="1587531" cy="1478473"/>
          </a:xfrm>
          <a:prstGeom prst="line">
            <a:avLst/>
          </a:prstGeom>
          <a:ln w="95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Arc plein 110">
            <a:extLst>
              <a:ext uri="{FF2B5EF4-FFF2-40B4-BE49-F238E27FC236}">
                <a16:creationId xmlns:a16="http://schemas.microsoft.com/office/drawing/2014/main" id="{C11D35C1-CEC1-72EF-58B2-2147AAE5EAB5}"/>
              </a:ext>
            </a:extLst>
          </p:cNvPr>
          <p:cNvSpPr/>
          <p:nvPr/>
        </p:nvSpPr>
        <p:spPr>
          <a:xfrm>
            <a:off x="1909184" y="-49548"/>
            <a:ext cx="1440000" cy="1440000"/>
          </a:xfrm>
          <a:prstGeom prst="blockArc">
            <a:avLst>
              <a:gd name="adj1" fmla="val 16359059"/>
              <a:gd name="adj2" fmla="val 19041214"/>
              <a:gd name="adj3" fmla="val 3106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4" name="Arc plein 113">
            <a:extLst>
              <a:ext uri="{FF2B5EF4-FFF2-40B4-BE49-F238E27FC236}">
                <a16:creationId xmlns:a16="http://schemas.microsoft.com/office/drawing/2014/main" id="{F9D955E1-3246-7063-8BC2-91E325BA9035}"/>
              </a:ext>
            </a:extLst>
          </p:cNvPr>
          <p:cNvSpPr/>
          <p:nvPr/>
        </p:nvSpPr>
        <p:spPr>
          <a:xfrm rot="10800000">
            <a:off x="1925411" y="-49548"/>
            <a:ext cx="1440000" cy="1440000"/>
          </a:xfrm>
          <a:prstGeom prst="blockArc">
            <a:avLst>
              <a:gd name="adj1" fmla="val 16359059"/>
              <a:gd name="adj2" fmla="val 19041214"/>
              <a:gd name="adj3" fmla="val 3106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9B0B15D8-3474-2C84-A809-AE291E6F283D}"/>
                  </a:ext>
                </a:extLst>
              </p:cNvPr>
              <p:cNvSpPr txBox="1"/>
              <p:nvPr/>
            </p:nvSpPr>
            <p:spPr>
              <a:xfrm>
                <a:off x="3180291" y="-530750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dirty="0">
                  <a:ln>
                    <a:solidFill>
                      <a:schemeClr val="accent2">
                        <a:lumMod val="75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9B0B15D8-3474-2C84-A809-AE291E6F2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291" y="-530750"/>
                <a:ext cx="214931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8970BEE3-331E-2681-A71D-477FC974AAC8}"/>
                  </a:ext>
                </a:extLst>
              </p:cNvPr>
              <p:cNvSpPr txBox="1"/>
              <p:nvPr/>
            </p:nvSpPr>
            <p:spPr>
              <a:xfrm>
                <a:off x="1477548" y="316370"/>
                <a:ext cx="6318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n>
                            <a:solidFill>
                              <a:schemeClr val="accent2">
                                <a:lumMod val="75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dirty="0">
                  <a:ln>
                    <a:solidFill>
                      <a:schemeClr val="accent2">
                        <a:lumMod val="75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117" name="ZoneTexte 116">
                <a:extLst>
                  <a:ext uri="{FF2B5EF4-FFF2-40B4-BE49-F238E27FC236}">
                    <a16:creationId xmlns:a16="http://schemas.microsoft.com/office/drawing/2014/main" id="{8970BEE3-331E-2681-A71D-477FC974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48" y="316370"/>
                <a:ext cx="63184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B61E519D-0855-6AE9-700D-49F464478339}"/>
                  </a:ext>
                </a:extLst>
              </p:cNvPr>
              <p:cNvSpPr txBox="1"/>
              <p:nvPr/>
            </p:nvSpPr>
            <p:spPr>
              <a:xfrm>
                <a:off x="2657639" y="38417"/>
                <a:ext cx="4212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fr-FR" sz="1200" b="0" i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sz="1200" dirty="0">
                  <a:ln>
                    <a:noFill/>
                  </a:ln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8" name="ZoneTexte 117">
                <a:extLst>
                  <a:ext uri="{FF2B5EF4-FFF2-40B4-BE49-F238E27FC236}">
                    <a16:creationId xmlns:a16="http://schemas.microsoft.com/office/drawing/2014/main" id="{B61E519D-0855-6AE9-700D-49F464478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639" y="38417"/>
                <a:ext cx="421269" cy="184666"/>
              </a:xfrm>
              <a:prstGeom prst="rect">
                <a:avLst/>
              </a:prstGeom>
              <a:blipFill>
                <a:blip r:embed="rId16"/>
                <a:stretch>
                  <a:fillRect l="-5797" r="-7246" b="-193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2">
                <a:extLst>
                  <a:ext uri="{FF2B5EF4-FFF2-40B4-BE49-F238E27FC236}">
                    <a16:creationId xmlns:a16="http://schemas.microsoft.com/office/drawing/2014/main" id="{6EE8172D-B279-D104-F504-B905CAE79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71796" y="601026"/>
                <a:ext cx="3679633" cy="5052005"/>
              </a:xfrm>
            </p:spPr>
            <p:txBody>
              <a:bodyPr>
                <a:normAutofit/>
              </a:bodyPr>
              <a:lstStyle/>
              <a:p>
                <a:r>
                  <a:rPr lang="fr-FR" sz="1800" dirty="0"/>
                  <a:t>On note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r>
                  <a:rPr lang="fr-FR" sz="1600" dirty="0"/>
                  <a:t> </a:t>
                </a:r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</m:oMath>
                </a14:m>
                <a:endParaRPr lang="fr-FR" sz="1600" b="0" dirty="0"/>
              </a:p>
              <a:p>
                <a:pPr lvl="1"/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𝐻𝐺</m:t>
                            </m:r>
                          </m:sub>
                        </m:sSub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𝐵𝐺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</m:oMath>
                </a14:m>
                <a:endParaRPr lang="fr-FR" sz="1600" dirty="0"/>
              </a:p>
              <a:p>
                <a:endParaRPr lang="fr-FR" sz="1800" dirty="0"/>
              </a:p>
              <a:p>
                <a:endParaRPr lang="fr-FR" sz="1800" dirty="0"/>
              </a:p>
              <a:p>
                <a:r>
                  <a:rPr lang="fr-FR" sz="1800" dirty="0"/>
                  <a:t>Le triangle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fr-FR" sz="1800" dirty="0"/>
                  <a:t> est rectangle en </a:t>
                </a:r>
                <a14:m>
                  <m:oMath xmlns:m="http://schemas.openxmlformats.org/officeDocument/2006/math">
                    <m:r>
                      <a:rPr lang="fr-FR" sz="1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fr-FR" sz="1800" dirty="0"/>
                  <a:t>. On a donc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  <m:sup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fr-FR" sz="1800" dirty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𝑂𝑀</m:t>
                        </m:r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𝐻𝐷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𝐻𝐷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fr-FR" sz="1800" dirty="0"/>
              </a:p>
              <a:p>
                <a:endParaRPr lang="fr-FR" sz="1800" dirty="0"/>
              </a:p>
            </p:txBody>
          </p:sp>
        </mc:Choice>
        <mc:Fallback xmlns="">
          <p:sp>
            <p:nvSpPr>
              <p:cNvPr id="2" name="Espace réservé du contenu 2">
                <a:extLst>
                  <a:ext uri="{FF2B5EF4-FFF2-40B4-BE49-F238E27FC236}">
                    <a16:creationId xmlns:a16="http://schemas.microsoft.com/office/drawing/2014/main" id="{6EE8172D-B279-D104-F504-B905CAE79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71796" y="601026"/>
                <a:ext cx="3679633" cy="5052005"/>
              </a:xfrm>
              <a:blipFill>
                <a:blip r:embed="rId17"/>
                <a:stretch>
                  <a:fillRect l="-1161" t="-1208" r="-26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431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6593" y="304801"/>
            <a:ext cx="13725186" cy="624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57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77538" y="-195769"/>
            <a:ext cx="15947075" cy="724953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8" y="5071127"/>
            <a:ext cx="5239481" cy="25816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82251" y="4018467"/>
            <a:ext cx="15956602" cy="726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9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8851" y="2589717"/>
            <a:ext cx="15956602" cy="726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81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6793"/>
          <a:stretch/>
        </p:blipFill>
        <p:spPr>
          <a:xfrm>
            <a:off x="4757491" y="1341037"/>
            <a:ext cx="3534268" cy="10299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18EB48-A973-35A6-0469-960D2E3A6559}"/>
              </a:ext>
            </a:extLst>
          </p:cNvPr>
          <p:cNvSpPr/>
          <p:nvPr/>
        </p:nvSpPr>
        <p:spPr>
          <a:xfrm>
            <a:off x="6887298" y="1572531"/>
            <a:ext cx="358816" cy="3602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844" y="2738261"/>
            <a:ext cx="5258534" cy="25244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18EB48-A973-35A6-0469-960D2E3A6559}"/>
              </a:ext>
            </a:extLst>
          </p:cNvPr>
          <p:cNvSpPr/>
          <p:nvPr/>
        </p:nvSpPr>
        <p:spPr>
          <a:xfrm>
            <a:off x="7411173" y="3379252"/>
            <a:ext cx="1551852" cy="36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8EB48-A973-35A6-0469-960D2E3A6559}"/>
              </a:ext>
            </a:extLst>
          </p:cNvPr>
          <p:cNvSpPr/>
          <p:nvPr/>
        </p:nvSpPr>
        <p:spPr>
          <a:xfrm>
            <a:off x="4067897" y="4103152"/>
            <a:ext cx="2132877" cy="9546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D827E-8EBC-6F16-EFAC-E90F6CC08043}"/>
              </a:ext>
            </a:extLst>
          </p:cNvPr>
          <p:cNvSpPr/>
          <p:nvPr/>
        </p:nvSpPr>
        <p:spPr>
          <a:xfrm>
            <a:off x="3867844" y="2738261"/>
            <a:ext cx="5258534" cy="2524477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 flipH="1">
            <a:off x="3867844" y="1932794"/>
            <a:ext cx="3019454" cy="805467"/>
          </a:xfrm>
          <a:prstGeom prst="line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7246114" y="1932794"/>
            <a:ext cx="1880264" cy="805467"/>
          </a:xfrm>
          <a:prstGeom prst="line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7D8E2237-A569-FC91-0C28-84C7541270B6}"/>
              </a:ext>
            </a:extLst>
          </p:cNvPr>
          <p:cNvSpPr/>
          <p:nvPr/>
        </p:nvSpPr>
        <p:spPr>
          <a:xfrm>
            <a:off x="6943939" y="1203641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2F6F214A-558A-4D76-D72A-630BAEF7E1A3}"/>
              </a:ext>
            </a:extLst>
          </p:cNvPr>
          <p:cNvSpPr/>
          <p:nvPr/>
        </p:nvSpPr>
        <p:spPr>
          <a:xfrm>
            <a:off x="5011568" y="3792284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F6F214A-558A-4D76-D72A-630BAEF7E1A3}"/>
              </a:ext>
            </a:extLst>
          </p:cNvPr>
          <p:cNvSpPr/>
          <p:nvPr/>
        </p:nvSpPr>
        <p:spPr>
          <a:xfrm>
            <a:off x="7564268" y="3072865"/>
            <a:ext cx="245534" cy="24553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598011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Grand écran</PresentationFormat>
  <Paragraphs>161</Paragraphs>
  <Slides>19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Modèle inverse</vt:lpstr>
      <vt:lpstr>Présentation PowerPoint</vt:lpstr>
      <vt:lpstr>Modèle direct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26</cp:revision>
  <dcterms:created xsi:type="dcterms:W3CDTF">2023-01-04T14:35:33Z</dcterms:created>
  <dcterms:modified xsi:type="dcterms:W3CDTF">2026-04-06T19:24:54Z</dcterms:modified>
</cp:coreProperties>
</file>