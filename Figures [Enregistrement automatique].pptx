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58" r:id="rId5"/>
    <p:sldId id="259" r:id="rId6"/>
    <p:sldId id="263" r:id="rId7"/>
    <p:sldId id="264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32" y="-3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7D40C-50AF-AB70-C29E-683AB883A9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6C5EFA9-0E08-2433-F59C-12BE998A09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7B61BC-DAFA-A621-B799-0585FD269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F2B660E-4D39-573F-FEBB-A1777E46E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ADB94B0-BAFF-2ABA-3D91-471A4DD88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0338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DE49B9-3322-9FB8-3472-1BCA88695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5E06A0-E8D6-209C-803E-A06B7D76F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C576E6-5D90-D57E-A0CF-71BFEC501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415A94-A688-584D-303A-B543BF725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100C25-0CAE-1C76-D2D5-8415C71FF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3268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39925B-71BC-8472-9220-5A98136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32CA44-EE35-3BEA-07FF-5B5FF0D30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C310FF-CF5B-711B-27D4-D4EBD48EC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D33BA91-04D4-2020-177E-2200F0292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EC4BCB-ADAF-102E-0F3A-F13981434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4539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86F741-C4CB-EEDD-5464-8C30F8BAF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806E75E-2E9B-27AF-634F-B438C1B6A7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B5EB1F0-3253-9250-6E78-AF91B1A48E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0C4E8B0-C760-C471-D11B-58A04159C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A558280-1C81-9A4C-28C6-1B1A91741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4186209-7FE1-05C0-76DC-10F6F30C0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0722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187B3E-F666-6163-657D-8DE824F0D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A9FB61-2275-8D2A-A129-E8E7F341F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6717E44-49D2-1B7F-7828-9DBFFAF9B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4EB057-9476-0A31-966F-B65B0F79AA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99BE989-DD28-11D5-F328-AA65DEB634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859B02B-912C-951A-90B1-E58E4A4E4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1FAB56-2FD7-4F6B-A41B-95EC5A62C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204B617-B457-263C-49E8-9A43E602F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6422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70D676-BD9C-367C-95DF-F26FDB7FF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5529B7E-AE27-BCC5-727B-11D1CC220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EDB0E75-9ECA-89BF-AC06-EDA6E87A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58A3294-EF53-000A-8FBA-A26EAA501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3490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lue vector isometric grid graph paper accented every 5 steps A4 landscape oriented background - 82183162">
            <a:extLst>
              <a:ext uri="{FF2B5EF4-FFF2-40B4-BE49-F238E27FC236}">
                <a16:creationId xmlns:a16="http://schemas.microsoft.com/office/drawing/2014/main" id="{3930C49E-91D6-34C6-8D93-D6194F7793A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025" y="0"/>
            <a:ext cx="95043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61F418-F858-4E3A-61E8-7298626542B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CC715EB-19FC-B7EF-4DB6-87BDB3CE8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0689A14-6B15-7F99-B986-F406DD087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C5B797B-2C1A-7B01-0F01-A30159B1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7589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CC715EB-19FC-B7EF-4DB6-87BDB3CE8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0689A14-6B15-7F99-B986-F406DD087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C5B797B-2C1A-7B01-0F01-A30159B1D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7678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11D6E8-B745-9616-AE3C-3FF5F3D1C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DADDB9-3AE8-3D17-6985-DDDD3DBF5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CFA72E4-C81F-A6A9-27A7-D57A9AA95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48779FD-7EA4-8E4B-A877-1D1BC6D4C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F1248A2-24A4-AF23-16C3-38058EFEA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B49DC5-D5DC-3F2C-222B-A41F41AA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2707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FE8F67-EC29-4E70-A68B-00E98E600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CB04D58-BCE2-C740-9123-7EEBC5F9EC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8802FF1-F9E7-3E6A-0F7C-182B289DD0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51AA18-E160-FB33-3A64-93B2097DA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2FD8180-60DD-5A13-90A6-7AA9F959E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C4BFEA1-3FAD-ED79-1389-E3DE4D11E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2855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87F807-6D58-E433-0D5E-89A566600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5E45ABD-0680-17CB-9EAF-0E4711175E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1A809B-DED7-9D8B-E5D8-9820C214E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412A337-3083-F4B7-81EC-52C9CAB7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E52DBE-D81D-887A-60C4-9C2B64EF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26951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AD2E30D-FD55-C745-13AE-3A3E96A0A2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587BF72-DA12-1A13-7EE6-D541CA420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FD2AA5-E392-98DF-7E26-2329345EB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109943-6B2D-6808-9435-0F5A1C024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68A6C9-C2B2-A471-EF76-25E21736C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359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2E88B4-72F6-0103-CBD7-17A06B692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660FAC6-69E5-66C6-736D-926B14709B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6A106B-6526-39E2-AF5D-BADD0DCA67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50A246-1026-46AD-AFCC-0ACF25FECB60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0C991C4-DDD8-2B1F-9694-24887C5404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FC7D96-BE2E-F99F-A7B3-DD1D1A2712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D81686-341A-47B7-8E4D-72742E5042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0418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10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0.png"/><Relationship Id="rId4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110.png"/><Relationship Id="rId7" Type="http://schemas.openxmlformats.org/officeDocument/2006/relationships/image" Target="../media/image15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Relationship Id="rId9" Type="http://schemas.openxmlformats.org/officeDocument/2006/relationships/image" Target="../media/image17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E9904B-5DE2-63D0-AFBA-5ADF85AB37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C883EE-8BC6-6E97-2AC3-F48D8E83EF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64298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ylindre 11">
            <a:extLst>
              <a:ext uri="{FF2B5EF4-FFF2-40B4-BE49-F238E27FC236}">
                <a16:creationId xmlns:a16="http://schemas.microsoft.com/office/drawing/2014/main" id="{276DBD17-AA2A-7ED0-66E4-C17CB9E1773D}"/>
              </a:ext>
            </a:extLst>
          </p:cNvPr>
          <p:cNvSpPr/>
          <p:nvPr/>
        </p:nvSpPr>
        <p:spPr>
          <a:xfrm>
            <a:off x="4789298" y="2481439"/>
            <a:ext cx="216000" cy="432000"/>
          </a:xfrm>
          <a:prstGeom prst="can">
            <a:avLst>
              <a:gd name="adj" fmla="val 52625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E149F8D-46A9-CD18-6AAE-E23FED44D588}"/>
              </a:ext>
            </a:extLst>
          </p:cNvPr>
          <p:cNvCxnSpPr>
            <a:cxnSpLocks/>
          </p:cNvCxnSpPr>
          <p:nvPr/>
        </p:nvCxnSpPr>
        <p:spPr>
          <a:xfrm flipV="1">
            <a:off x="5009531" y="2100910"/>
            <a:ext cx="1001801" cy="596529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295AB84-0DFB-6271-F97F-A59D965E0AAF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897298" y="2913439"/>
            <a:ext cx="0" cy="172661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DBE70C6-5E5D-B49D-A3F3-C305D68237AD}"/>
              </a:ext>
            </a:extLst>
          </p:cNvPr>
          <p:cNvCxnSpPr>
            <a:cxnSpLocks/>
          </p:cNvCxnSpPr>
          <p:nvPr/>
        </p:nvCxnSpPr>
        <p:spPr>
          <a:xfrm flipV="1">
            <a:off x="6171996" y="1410929"/>
            <a:ext cx="1029523" cy="578792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C5B3DE90-6AD8-0BAF-E3F7-F40896D87CA9}"/>
              </a:ext>
            </a:extLst>
          </p:cNvPr>
          <p:cNvCxnSpPr>
            <a:cxnSpLocks/>
          </p:cNvCxnSpPr>
          <p:nvPr/>
        </p:nvCxnSpPr>
        <p:spPr>
          <a:xfrm>
            <a:off x="4897298" y="2197100"/>
            <a:ext cx="0" cy="347839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Cylindre 35">
            <a:extLst>
              <a:ext uri="{FF2B5EF4-FFF2-40B4-BE49-F238E27FC236}">
                <a16:creationId xmlns:a16="http://schemas.microsoft.com/office/drawing/2014/main" id="{E7BBE687-D8E0-558C-9965-CF917671589F}"/>
              </a:ext>
            </a:extLst>
          </p:cNvPr>
          <p:cNvSpPr/>
          <p:nvPr/>
        </p:nvSpPr>
        <p:spPr>
          <a:xfrm>
            <a:off x="7177667" y="1173339"/>
            <a:ext cx="216000" cy="432000"/>
          </a:xfrm>
          <a:prstGeom prst="can">
            <a:avLst>
              <a:gd name="adj" fmla="val 52625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53A47ACE-B282-40CD-9A0F-83E486A781EC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7285667" y="1605339"/>
            <a:ext cx="0" cy="172661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9D32CA14-0E0F-FB9A-C0D5-02C6837240C7}"/>
              </a:ext>
            </a:extLst>
          </p:cNvPr>
          <p:cNvCxnSpPr>
            <a:cxnSpLocks/>
          </p:cNvCxnSpPr>
          <p:nvPr/>
        </p:nvCxnSpPr>
        <p:spPr>
          <a:xfrm>
            <a:off x="7285667" y="889000"/>
            <a:ext cx="0" cy="347839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Forme libre : forme 39">
            <a:extLst>
              <a:ext uri="{FF2B5EF4-FFF2-40B4-BE49-F238E27FC236}">
                <a16:creationId xmlns:a16="http://schemas.microsoft.com/office/drawing/2014/main" id="{E963D57A-0A89-6B81-2E20-5472DC3E6ACC}"/>
              </a:ext>
            </a:extLst>
          </p:cNvPr>
          <p:cNvSpPr/>
          <p:nvPr/>
        </p:nvSpPr>
        <p:spPr>
          <a:xfrm rot="336999">
            <a:off x="4111323" y="2046673"/>
            <a:ext cx="1628118" cy="245262"/>
          </a:xfrm>
          <a:custGeom>
            <a:avLst/>
            <a:gdLst>
              <a:gd name="connsiteX0" fmla="*/ 1713372 w 1713372"/>
              <a:gd name="connsiteY0" fmla="*/ 0 h 368310"/>
              <a:gd name="connsiteX1" fmla="*/ 722772 w 1713372"/>
              <a:gd name="connsiteY1" fmla="*/ 368300 h 368310"/>
              <a:gd name="connsiteX2" fmla="*/ 5222 w 1713372"/>
              <a:gd name="connsiteY2" fmla="*/ 12700 h 368310"/>
              <a:gd name="connsiteX3" fmla="*/ 1091072 w 1713372"/>
              <a:gd name="connsiteY3" fmla="*/ 228600 h 368310"/>
              <a:gd name="connsiteX0" fmla="*/ 1128395 w 1128395"/>
              <a:gd name="connsiteY0" fmla="*/ 363008 h 457392"/>
              <a:gd name="connsiteX1" fmla="*/ 721995 w 1128395"/>
              <a:gd name="connsiteY1" fmla="*/ 356658 h 457392"/>
              <a:gd name="connsiteX2" fmla="*/ 4445 w 1128395"/>
              <a:gd name="connsiteY2" fmla="*/ 1058 h 457392"/>
              <a:gd name="connsiteX3" fmla="*/ 1090295 w 1128395"/>
              <a:gd name="connsiteY3" fmla="*/ 216958 h 457392"/>
              <a:gd name="connsiteX0" fmla="*/ 1125223 w 2320622"/>
              <a:gd name="connsiteY0" fmla="*/ 729521 h 755391"/>
              <a:gd name="connsiteX1" fmla="*/ 2306323 w 2320622"/>
              <a:gd name="connsiteY1" fmla="*/ 5621 h 755391"/>
              <a:gd name="connsiteX2" fmla="*/ 1273 w 2320622"/>
              <a:gd name="connsiteY2" fmla="*/ 367571 h 755391"/>
              <a:gd name="connsiteX3" fmla="*/ 1087123 w 2320622"/>
              <a:gd name="connsiteY3" fmla="*/ 583471 h 7553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264858 w 2463664"/>
              <a:gd name="connsiteY0" fmla="*/ 723930 h 748460"/>
              <a:gd name="connsiteX1" fmla="*/ 2445958 w 2463664"/>
              <a:gd name="connsiteY1" fmla="*/ 30 h 748460"/>
              <a:gd name="connsiteX2" fmla="*/ 1208 w 2463664"/>
              <a:gd name="connsiteY2" fmla="*/ 692180 h 748460"/>
              <a:gd name="connsiteX3" fmla="*/ 1226758 w 2463664"/>
              <a:gd name="connsiteY3" fmla="*/ 577880 h 748460"/>
              <a:gd name="connsiteX0" fmla="*/ 1214082 w 2411615"/>
              <a:gd name="connsiteY0" fmla="*/ 728686 h 1217983"/>
              <a:gd name="connsiteX1" fmla="*/ 2395182 w 2411615"/>
              <a:gd name="connsiteY1" fmla="*/ 4786 h 1217983"/>
              <a:gd name="connsiteX2" fmla="*/ 1232 w 2411615"/>
              <a:gd name="connsiteY2" fmla="*/ 1217636 h 1217983"/>
              <a:gd name="connsiteX3" fmla="*/ 1175982 w 2411615"/>
              <a:gd name="connsiteY3" fmla="*/ 582636 h 1217983"/>
              <a:gd name="connsiteX0" fmla="*/ 1212850 w 2410383"/>
              <a:gd name="connsiteY0" fmla="*/ 728686 h 1259527"/>
              <a:gd name="connsiteX1" fmla="*/ 2393950 w 2410383"/>
              <a:gd name="connsiteY1" fmla="*/ 4786 h 1259527"/>
              <a:gd name="connsiteX2" fmla="*/ 0 w 2410383"/>
              <a:gd name="connsiteY2" fmla="*/ 1217636 h 1259527"/>
              <a:gd name="connsiteX3" fmla="*/ 1174750 w 2410383"/>
              <a:gd name="connsiteY3" fmla="*/ 582636 h 1259527"/>
              <a:gd name="connsiteX0" fmla="*/ 1212850 w 2419691"/>
              <a:gd name="connsiteY0" fmla="*/ 774951 h 1296766"/>
              <a:gd name="connsiteX1" fmla="*/ 2393950 w 2419691"/>
              <a:gd name="connsiteY1" fmla="*/ 51051 h 1296766"/>
              <a:gd name="connsiteX2" fmla="*/ 0 w 2419691"/>
              <a:gd name="connsiteY2" fmla="*/ 1263901 h 1296766"/>
              <a:gd name="connsiteX3" fmla="*/ 1174750 w 2419691"/>
              <a:gd name="connsiteY3" fmla="*/ 628901 h 1296766"/>
              <a:gd name="connsiteX0" fmla="*/ 1257575 w 2464416"/>
              <a:gd name="connsiteY0" fmla="*/ 768967 h 1361009"/>
              <a:gd name="connsiteX1" fmla="*/ 2438675 w 2464416"/>
              <a:gd name="connsiteY1" fmla="*/ 45067 h 1361009"/>
              <a:gd name="connsiteX2" fmla="*/ 44725 w 2464416"/>
              <a:gd name="connsiteY2" fmla="*/ 1257917 h 1361009"/>
              <a:gd name="connsiteX3" fmla="*/ 1219475 w 2464416"/>
              <a:gd name="connsiteY3" fmla="*/ 622917 h 1361009"/>
              <a:gd name="connsiteX0" fmla="*/ 1215327 w 2422168"/>
              <a:gd name="connsiteY0" fmla="*/ 768398 h 1369446"/>
              <a:gd name="connsiteX1" fmla="*/ 2396427 w 2422168"/>
              <a:gd name="connsiteY1" fmla="*/ 44498 h 1369446"/>
              <a:gd name="connsiteX2" fmla="*/ 2477 w 2422168"/>
              <a:gd name="connsiteY2" fmla="*/ 1257348 h 1369446"/>
              <a:gd name="connsiteX3" fmla="*/ 1177227 w 2422168"/>
              <a:gd name="connsiteY3" fmla="*/ 622348 h 1369446"/>
              <a:gd name="connsiteX0" fmla="*/ 1202578 w 2399799"/>
              <a:gd name="connsiteY0" fmla="*/ 1148279 h 1177192"/>
              <a:gd name="connsiteX1" fmla="*/ 2383678 w 2399799"/>
              <a:gd name="connsiteY1" fmla="*/ 424379 h 1177192"/>
              <a:gd name="connsiteX2" fmla="*/ 2428 w 2399799"/>
              <a:gd name="connsiteY2" fmla="*/ 144979 h 1177192"/>
              <a:gd name="connsiteX3" fmla="*/ 1164478 w 2399799"/>
              <a:gd name="connsiteY3" fmla="*/ 1002229 h 1177192"/>
              <a:gd name="connsiteX0" fmla="*/ 1202378 w 2383505"/>
              <a:gd name="connsiteY0" fmla="*/ 1148279 h 1188730"/>
              <a:gd name="connsiteX1" fmla="*/ 2383478 w 2383505"/>
              <a:gd name="connsiteY1" fmla="*/ 424379 h 1188730"/>
              <a:gd name="connsiteX2" fmla="*/ 2228 w 2383505"/>
              <a:gd name="connsiteY2" fmla="*/ 144979 h 1188730"/>
              <a:gd name="connsiteX3" fmla="*/ 1164278 w 2383505"/>
              <a:gd name="connsiteY3" fmla="*/ 1002229 h 1188730"/>
              <a:gd name="connsiteX0" fmla="*/ 1226562 w 2414042"/>
              <a:gd name="connsiteY0" fmla="*/ 1218647 h 1247430"/>
              <a:gd name="connsiteX1" fmla="*/ 2414012 w 2414042"/>
              <a:gd name="connsiteY1" fmla="*/ 234397 h 1247430"/>
              <a:gd name="connsiteX2" fmla="*/ 26412 w 2414042"/>
              <a:gd name="connsiteY2" fmla="*/ 215347 h 1247430"/>
              <a:gd name="connsiteX3" fmla="*/ 1188462 w 2414042"/>
              <a:gd name="connsiteY3" fmla="*/ 1072597 h 1247430"/>
              <a:gd name="connsiteX0" fmla="*/ 1224397 w 2411877"/>
              <a:gd name="connsiteY0" fmla="*/ 1182661 h 1211444"/>
              <a:gd name="connsiteX1" fmla="*/ 2411847 w 2411877"/>
              <a:gd name="connsiteY1" fmla="*/ 198411 h 1211444"/>
              <a:gd name="connsiteX2" fmla="*/ 24247 w 2411877"/>
              <a:gd name="connsiteY2" fmla="*/ 179361 h 1211444"/>
              <a:gd name="connsiteX3" fmla="*/ 1224397 w 2411877"/>
              <a:gd name="connsiteY3" fmla="*/ 211111 h 1211444"/>
              <a:gd name="connsiteX0" fmla="*/ 1243447 w 2428551"/>
              <a:gd name="connsiteY0" fmla="*/ 25583 h 106259"/>
              <a:gd name="connsiteX1" fmla="*/ 2411847 w 2428551"/>
              <a:gd name="connsiteY1" fmla="*/ 19233 h 106259"/>
              <a:gd name="connsiteX2" fmla="*/ 24247 w 2428551"/>
              <a:gd name="connsiteY2" fmla="*/ 183 h 106259"/>
              <a:gd name="connsiteX3" fmla="*/ 1224397 w 2428551"/>
              <a:gd name="connsiteY3" fmla="*/ 31933 h 106259"/>
              <a:gd name="connsiteX0" fmla="*/ 1243447 w 2440774"/>
              <a:gd name="connsiteY0" fmla="*/ 142292 h 200114"/>
              <a:gd name="connsiteX1" fmla="*/ 2411847 w 2440774"/>
              <a:gd name="connsiteY1" fmla="*/ 135942 h 200114"/>
              <a:gd name="connsiteX2" fmla="*/ 24247 w 2440774"/>
              <a:gd name="connsiteY2" fmla="*/ 116892 h 200114"/>
              <a:gd name="connsiteX3" fmla="*/ 1224397 w 2440774"/>
              <a:gd name="connsiteY3" fmla="*/ 148642 h 200114"/>
              <a:gd name="connsiteX0" fmla="*/ 1243447 w 2432201"/>
              <a:gd name="connsiteY0" fmla="*/ 205719 h 291131"/>
              <a:gd name="connsiteX1" fmla="*/ 2411847 w 2432201"/>
              <a:gd name="connsiteY1" fmla="*/ 199369 h 291131"/>
              <a:gd name="connsiteX2" fmla="*/ 24247 w 2432201"/>
              <a:gd name="connsiteY2" fmla="*/ 180319 h 291131"/>
              <a:gd name="connsiteX3" fmla="*/ 1224397 w 2432201"/>
              <a:gd name="connsiteY3" fmla="*/ 212069 h 291131"/>
              <a:gd name="connsiteX0" fmla="*/ 1222382 w 2411136"/>
              <a:gd name="connsiteY0" fmla="*/ 205719 h 414072"/>
              <a:gd name="connsiteX1" fmla="*/ 2390782 w 2411136"/>
              <a:gd name="connsiteY1" fmla="*/ 199369 h 414072"/>
              <a:gd name="connsiteX2" fmla="*/ 3182 w 2411136"/>
              <a:gd name="connsiteY2" fmla="*/ 180319 h 414072"/>
              <a:gd name="connsiteX3" fmla="*/ 1203332 w 2411136"/>
              <a:gd name="connsiteY3" fmla="*/ 212069 h 414072"/>
              <a:gd name="connsiteX0" fmla="*/ 1219201 w 2407955"/>
              <a:gd name="connsiteY0" fmla="*/ 205719 h 435944"/>
              <a:gd name="connsiteX1" fmla="*/ 2387601 w 2407955"/>
              <a:gd name="connsiteY1" fmla="*/ 199369 h 435944"/>
              <a:gd name="connsiteX2" fmla="*/ 1 w 2407955"/>
              <a:gd name="connsiteY2" fmla="*/ 180319 h 435944"/>
              <a:gd name="connsiteX3" fmla="*/ 1200151 w 2407955"/>
              <a:gd name="connsiteY3" fmla="*/ 212069 h 435944"/>
              <a:gd name="connsiteX0" fmla="*/ 1219201 w 2387713"/>
              <a:gd name="connsiteY0" fmla="*/ 300255 h 530480"/>
              <a:gd name="connsiteX1" fmla="*/ 2387601 w 2387713"/>
              <a:gd name="connsiteY1" fmla="*/ 293905 h 530480"/>
              <a:gd name="connsiteX2" fmla="*/ 1 w 2387713"/>
              <a:gd name="connsiteY2" fmla="*/ 274855 h 530480"/>
              <a:gd name="connsiteX3" fmla="*/ 1200151 w 2387713"/>
              <a:gd name="connsiteY3" fmla="*/ 306605 h 530480"/>
              <a:gd name="connsiteX0" fmla="*/ 1219201 w 2387713"/>
              <a:gd name="connsiteY0" fmla="*/ 300255 h 519793"/>
              <a:gd name="connsiteX1" fmla="*/ 2387601 w 2387713"/>
              <a:gd name="connsiteY1" fmla="*/ 293905 h 519793"/>
              <a:gd name="connsiteX2" fmla="*/ 1 w 2387713"/>
              <a:gd name="connsiteY2" fmla="*/ 274855 h 519793"/>
              <a:gd name="connsiteX3" fmla="*/ 1200151 w 2387713"/>
              <a:gd name="connsiteY3" fmla="*/ 306605 h 519793"/>
              <a:gd name="connsiteX0" fmla="*/ 1219246 w 2387758"/>
              <a:gd name="connsiteY0" fmla="*/ 300255 h 467398"/>
              <a:gd name="connsiteX1" fmla="*/ 2387646 w 2387758"/>
              <a:gd name="connsiteY1" fmla="*/ 293905 h 467398"/>
              <a:gd name="connsiteX2" fmla="*/ 46 w 2387758"/>
              <a:gd name="connsiteY2" fmla="*/ 274855 h 467398"/>
              <a:gd name="connsiteX3" fmla="*/ 1200196 w 2387758"/>
              <a:gd name="connsiteY3" fmla="*/ 306605 h 467398"/>
              <a:gd name="connsiteX0" fmla="*/ 1219246 w 2390051"/>
              <a:gd name="connsiteY0" fmla="*/ 249789 h 416932"/>
              <a:gd name="connsiteX1" fmla="*/ 2387646 w 2390051"/>
              <a:gd name="connsiteY1" fmla="*/ 243439 h 416932"/>
              <a:gd name="connsiteX2" fmla="*/ 46 w 2390051"/>
              <a:gd name="connsiteY2" fmla="*/ 224389 h 416932"/>
              <a:gd name="connsiteX3" fmla="*/ 1200196 w 2390051"/>
              <a:gd name="connsiteY3" fmla="*/ 256139 h 416932"/>
              <a:gd name="connsiteX0" fmla="*/ 1251010 w 2421815"/>
              <a:gd name="connsiteY0" fmla="*/ 249789 h 386974"/>
              <a:gd name="connsiteX1" fmla="*/ 2419410 w 2421815"/>
              <a:gd name="connsiteY1" fmla="*/ 243439 h 386974"/>
              <a:gd name="connsiteX2" fmla="*/ 31810 w 2421815"/>
              <a:gd name="connsiteY2" fmla="*/ 224389 h 386974"/>
              <a:gd name="connsiteX3" fmla="*/ 1111310 w 2421815"/>
              <a:gd name="connsiteY3" fmla="*/ 306939 h 386974"/>
              <a:gd name="connsiteX0" fmla="*/ 1220272 w 2391077"/>
              <a:gd name="connsiteY0" fmla="*/ 249789 h 409575"/>
              <a:gd name="connsiteX1" fmla="*/ 2388672 w 2391077"/>
              <a:gd name="connsiteY1" fmla="*/ 243439 h 409575"/>
              <a:gd name="connsiteX2" fmla="*/ 1072 w 2391077"/>
              <a:gd name="connsiteY2" fmla="*/ 224389 h 409575"/>
              <a:gd name="connsiteX3" fmla="*/ 1080572 w 2391077"/>
              <a:gd name="connsiteY3" fmla="*/ 306939 h 409575"/>
              <a:gd name="connsiteX0" fmla="*/ 1220272 w 2391215"/>
              <a:gd name="connsiteY0" fmla="*/ 200430 h 360216"/>
              <a:gd name="connsiteX1" fmla="*/ 2388672 w 2391215"/>
              <a:gd name="connsiteY1" fmla="*/ 194080 h 360216"/>
              <a:gd name="connsiteX2" fmla="*/ 1072 w 2391215"/>
              <a:gd name="connsiteY2" fmla="*/ 175030 h 360216"/>
              <a:gd name="connsiteX3" fmla="*/ 1080572 w 2391215"/>
              <a:gd name="connsiteY3" fmla="*/ 257580 h 36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1215" h="360216">
                <a:moveTo>
                  <a:pt x="1220272" y="200430"/>
                </a:moveTo>
                <a:cubicBezTo>
                  <a:pt x="1718218" y="27921"/>
                  <a:pt x="2439472" y="-144587"/>
                  <a:pt x="2388672" y="194080"/>
                </a:cubicBezTo>
                <a:cubicBezTo>
                  <a:pt x="2337872" y="532747"/>
                  <a:pt x="34938" y="-114953"/>
                  <a:pt x="1072" y="175030"/>
                </a:cubicBezTo>
                <a:cubicBezTo>
                  <a:pt x="-32794" y="465013"/>
                  <a:pt x="745080" y="350713"/>
                  <a:pt x="1080572" y="25758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Forme libre : forme 40">
            <a:extLst>
              <a:ext uri="{FF2B5EF4-FFF2-40B4-BE49-F238E27FC236}">
                <a16:creationId xmlns:a16="http://schemas.microsoft.com/office/drawing/2014/main" id="{EB207EB5-DC3F-4E66-199A-FC6FCFB70BE2}"/>
              </a:ext>
            </a:extLst>
          </p:cNvPr>
          <p:cNvSpPr/>
          <p:nvPr/>
        </p:nvSpPr>
        <p:spPr>
          <a:xfrm rot="336999">
            <a:off x="6471608" y="768135"/>
            <a:ext cx="1628118" cy="245262"/>
          </a:xfrm>
          <a:custGeom>
            <a:avLst/>
            <a:gdLst>
              <a:gd name="connsiteX0" fmla="*/ 1713372 w 1713372"/>
              <a:gd name="connsiteY0" fmla="*/ 0 h 368310"/>
              <a:gd name="connsiteX1" fmla="*/ 722772 w 1713372"/>
              <a:gd name="connsiteY1" fmla="*/ 368300 h 368310"/>
              <a:gd name="connsiteX2" fmla="*/ 5222 w 1713372"/>
              <a:gd name="connsiteY2" fmla="*/ 12700 h 368310"/>
              <a:gd name="connsiteX3" fmla="*/ 1091072 w 1713372"/>
              <a:gd name="connsiteY3" fmla="*/ 228600 h 368310"/>
              <a:gd name="connsiteX0" fmla="*/ 1128395 w 1128395"/>
              <a:gd name="connsiteY0" fmla="*/ 363008 h 457392"/>
              <a:gd name="connsiteX1" fmla="*/ 721995 w 1128395"/>
              <a:gd name="connsiteY1" fmla="*/ 356658 h 457392"/>
              <a:gd name="connsiteX2" fmla="*/ 4445 w 1128395"/>
              <a:gd name="connsiteY2" fmla="*/ 1058 h 457392"/>
              <a:gd name="connsiteX3" fmla="*/ 1090295 w 1128395"/>
              <a:gd name="connsiteY3" fmla="*/ 216958 h 457392"/>
              <a:gd name="connsiteX0" fmla="*/ 1125223 w 2320622"/>
              <a:gd name="connsiteY0" fmla="*/ 729521 h 755391"/>
              <a:gd name="connsiteX1" fmla="*/ 2306323 w 2320622"/>
              <a:gd name="connsiteY1" fmla="*/ 5621 h 755391"/>
              <a:gd name="connsiteX2" fmla="*/ 1273 w 2320622"/>
              <a:gd name="connsiteY2" fmla="*/ 367571 h 755391"/>
              <a:gd name="connsiteX3" fmla="*/ 1087123 w 2320622"/>
              <a:gd name="connsiteY3" fmla="*/ 583471 h 7553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264858 w 2463664"/>
              <a:gd name="connsiteY0" fmla="*/ 723930 h 748460"/>
              <a:gd name="connsiteX1" fmla="*/ 2445958 w 2463664"/>
              <a:gd name="connsiteY1" fmla="*/ 30 h 748460"/>
              <a:gd name="connsiteX2" fmla="*/ 1208 w 2463664"/>
              <a:gd name="connsiteY2" fmla="*/ 692180 h 748460"/>
              <a:gd name="connsiteX3" fmla="*/ 1226758 w 2463664"/>
              <a:gd name="connsiteY3" fmla="*/ 577880 h 748460"/>
              <a:gd name="connsiteX0" fmla="*/ 1214082 w 2411615"/>
              <a:gd name="connsiteY0" fmla="*/ 728686 h 1217983"/>
              <a:gd name="connsiteX1" fmla="*/ 2395182 w 2411615"/>
              <a:gd name="connsiteY1" fmla="*/ 4786 h 1217983"/>
              <a:gd name="connsiteX2" fmla="*/ 1232 w 2411615"/>
              <a:gd name="connsiteY2" fmla="*/ 1217636 h 1217983"/>
              <a:gd name="connsiteX3" fmla="*/ 1175982 w 2411615"/>
              <a:gd name="connsiteY3" fmla="*/ 582636 h 1217983"/>
              <a:gd name="connsiteX0" fmla="*/ 1212850 w 2410383"/>
              <a:gd name="connsiteY0" fmla="*/ 728686 h 1259527"/>
              <a:gd name="connsiteX1" fmla="*/ 2393950 w 2410383"/>
              <a:gd name="connsiteY1" fmla="*/ 4786 h 1259527"/>
              <a:gd name="connsiteX2" fmla="*/ 0 w 2410383"/>
              <a:gd name="connsiteY2" fmla="*/ 1217636 h 1259527"/>
              <a:gd name="connsiteX3" fmla="*/ 1174750 w 2410383"/>
              <a:gd name="connsiteY3" fmla="*/ 582636 h 1259527"/>
              <a:gd name="connsiteX0" fmla="*/ 1212850 w 2419691"/>
              <a:gd name="connsiteY0" fmla="*/ 774951 h 1296766"/>
              <a:gd name="connsiteX1" fmla="*/ 2393950 w 2419691"/>
              <a:gd name="connsiteY1" fmla="*/ 51051 h 1296766"/>
              <a:gd name="connsiteX2" fmla="*/ 0 w 2419691"/>
              <a:gd name="connsiteY2" fmla="*/ 1263901 h 1296766"/>
              <a:gd name="connsiteX3" fmla="*/ 1174750 w 2419691"/>
              <a:gd name="connsiteY3" fmla="*/ 628901 h 1296766"/>
              <a:gd name="connsiteX0" fmla="*/ 1257575 w 2464416"/>
              <a:gd name="connsiteY0" fmla="*/ 768967 h 1361009"/>
              <a:gd name="connsiteX1" fmla="*/ 2438675 w 2464416"/>
              <a:gd name="connsiteY1" fmla="*/ 45067 h 1361009"/>
              <a:gd name="connsiteX2" fmla="*/ 44725 w 2464416"/>
              <a:gd name="connsiteY2" fmla="*/ 1257917 h 1361009"/>
              <a:gd name="connsiteX3" fmla="*/ 1219475 w 2464416"/>
              <a:gd name="connsiteY3" fmla="*/ 622917 h 1361009"/>
              <a:gd name="connsiteX0" fmla="*/ 1215327 w 2422168"/>
              <a:gd name="connsiteY0" fmla="*/ 768398 h 1369446"/>
              <a:gd name="connsiteX1" fmla="*/ 2396427 w 2422168"/>
              <a:gd name="connsiteY1" fmla="*/ 44498 h 1369446"/>
              <a:gd name="connsiteX2" fmla="*/ 2477 w 2422168"/>
              <a:gd name="connsiteY2" fmla="*/ 1257348 h 1369446"/>
              <a:gd name="connsiteX3" fmla="*/ 1177227 w 2422168"/>
              <a:gd name="connsiteY3" fmla="*/ 622348 h 1369446"/>
              <a:gd name="connsiteX0" fmla="*/ 1202578 w 2399799"/>
              <a:gd name="connsiteY0" fmla="*/ 1148279 h 1177192"/>
              <a:gd name="connsiteX1" fmla="*/ 2383678 w 2399799"/>
              <a:gd name="connsiteY1" fmla="*/ 424379 h 1177192"/>
              <a:gd name="connsiteX2" fmla="*/ 2428 w 2399799"/>
              <a:gd name="connsiteY2" fmla="*/ 144979 h 1177192"/>
              <a:gd name="connsiteX3" fmla="*/ 1164478 w 2399799"/>
              <a:gd name="connsiteY3" fmla="*/ 1002229 h 1177192"/>
              <a:gd name="connsiteX0" fmla="*/ 1202378 w 2383505"/>
              <a:gd name="connsiteY0" fmla="*/ 1148279 h 1188730"/>
              <a:gd name="connsiteX1" fmla="*/ 2383478 w 2383505"/>
              <a:gd name="connsiteY1" fmla="*/ 424379 h 1188730"/>
              <a:gd name="connsiteX2" fmla="*/ 2228 w 2383505"/>
              <a:gd name="connsiteY2" fmla="*/ 144979 h 1188730"/>
              <a:gd name="connsiteX3" fmla="*/ 1164278 w 2383505"/>
              <a:gd name="connsiteY3" fmla="*/ 1002229 h 1188730"/>
              <a:gd name="connsiteX0" fmla="*/ 1226562 w 2414042"/>
              <a:gd name="connsiteY0" fmla="*/ 1218647 h 1247430"/>
              <a:gd name="connsiteX1" fmla="*/ 2414012 w 2414042"/>
              <a:gd name="connsiteY1" fmla="*/ 234397 h 1247430"/>
              <a:gd name="connsiteX2" fmla="*/ 26412 w 2414042"/>
              <a:gd name="connsiteY2" fmla="*/ 215347 h 1247430"/>
              <a:gd name="connsiteX3" fmla="*/ 1188462 w 2414042"/>
              <a:gd name="connsiteY3" fmla="*/ 1072597 h 1247430"/>
              <a:gd name="connsiteX0" fmla="*/ 1224397 w 2411877"/>
              <a:gd name="connsiteY0" fmla="*/ 1182661 h 1211444"/>
              <a:gd name="connsiteX1" fmla="*/ 2411847 w 2411877"/>
              <a:gd name="connsiteY1" fmla="*/ 198411 h 1211444"/>
              <a:gd name="connsiteX2" fmla="*/ 24247 w 2411877"/>
              <a:gd name="connsiteY2" fmla="*/ 179361 h 1211444"/>
              <a:gd name="connsiteX3" fmla="*/ 1224397 w 2411877"/>
              <a:gd name="connsiteY3" fmla="*/ 211111 h 1211444"/>
              <a:gd name="connsiteX0" fmla="*/ 1243447 w 2428551"/>
              <a:gd name="connsiteY0" fmla="*/ 25583 h 106259"/>
              <a:gd name="connsiteX1" fmla="*/ 2411847 w 2428551"/>
              <a:gd name="connsiteY1" fmla="*/ 19233 h 106259"/>
              <a:gd name="connsiteX2" fmla="*/ 24247 w 2428551"/>
              <a:gd name="connsiteY2" fmla="*/ 183 h 106259"/>
              <a:gd name="connsiteX3" fmla="*/ 1224397 w 2428551"/>
              <a:gd name="connsiteY3" fmla="*/ 31933 h 106259"/>
              <a:gd name="connsiteX0" fmla="*/ 1243447 w 2440774"/>
              <a:gd name="connsiteY0" fmla="*/ 142292 h 200114"/>
              <a:gd name="connsiteX1" fmla="*/ 2411847 w 2440774"/>
              <a:gd name="connsiteY1" fmla="*/ 135942 h 200114"/>
              <a:gd name="connsiteX2" fmla="*/ 24247 w 2440774"/>
              <a:gd name="connsiteY2" fmla="*/ 116892 h 200114"/>
              <a:gd name="connsiteX3" fmla="*/ 1224397 w 2440774"/>
              <a:gd name="connsiteY3" fmla="*/ 148642 h 200114"/>
              <a:gd name="connsiteX0" fmla="*/ 1243447 w 2432201"/>
              <a:gd name="connsiteY0" fmla="*/ 205719 h 291131"/>
              <a:gd name="connsiteX1" fmla="*/ 2411847 w 2432201"/>
              <a:gd name="connsiteY1" fmla="*/ 199369 h 291131"/>
              <a:gd name="connsiteX2" fmla="*/ 24247 w 2432201"/>
              <a:gd name="connsiteY2" fmla="*/ 180319 h 291131"/>
              <a:gd name="connsiteX3" fmla="*/ 1224397 w 2432201"/>
              <a:gd name="connsiteY3" fmla="*/ 212069 h 291131"/>
              <a:gd name="connsiteX0" fmla="*/ 1222382 w 2411136"/>
              <a:gd name="connsiteY0" fmla="*/ 205719 h 414072"/>
              <a:gd name="connsiteX1" fmla="*/ 2390782 w 2411136"/>
              <a:gd name="connsiteY1" fmla="*/ 199369 h 414072"/>
              <a:gd name="connsiteX2" fmla="*/ 3182 w 2411136"/>
              <a:gd name="connsiteY2" fmla="*/ 180319 h 414072"/>
              <a:gd name="connsiteX3" fmla="*/ 1203332 w 2411136"/>
              <a:gd name="connsiteY3" fmla="*/ 212069 h 414072"/>
              <a:gd name="connsiteX0" fmla="*/ 1219201 w 2407955"/>
              <a:gd name="connsiteY0" fmla="*/ 205719 h 435944"/>
              <a:gd name="connsiteX1" fmla="*/ 2387601 w 2407955"/>
              <a:gd name="connsiteY1" fmla="*/ 199369 h 435944"/>
              <a:gd name="connsiteX2" fmla="*/ 1 w 2407955"/>
              <a:gd name="connsiteY2" fmla="*/ 180319 h 435944"/>
              <a:gd name="connsiteX3" fmla="*/ 1200151 w 2407955"/>
              <a:gd name="connsiteY3" fmla="*/ 212069 h 435944"/>
              <a:gd name="connsiteX0" fmla="*/ 1219201 w 2387713"/>
              <a:gd name="connsiteY0" fmla="*/ 300255 h 530480"/>
              <a:gd name="connsiteX1" fmla="*/ 2387601 w 2387713"/>
              <a:gd name="connsiteY1" fmla="*/ 293905 h 530480"/>
              <a:gd name="connsiteX2" fmla="*/ 1 w 2387713"/>
              <a:gd name="connsiteY2" fmla="*/ 274855 h 530480"/>
              <a:gd name="connsiteX3" fmla="*/ 1200151 w 2387713"/>
              <a:gd name="connsiteY3" fmla="*/ 306605 h 530480"/>
              <a:gd name="connsiteX0" fmla="*/ 1219201 w 2387713"/>
              <a:gd name="connsiteY0" fmla="*/ 300255 h 519793"/>
              <a:gd name="connsiteX1" fmla="*/ 2387601 w 2387713"/>
              <a:gd name="connsiteY1" fmla="*/ 293905 h 519793"/>
              <a:gd name="connsiteX2" fmla="*/ 1 w 2387713"/>
              <a:gd name="connsiteY2" fmla="*/ 274855 h 519793"/>
              <a:gd name="connsiteX3" fmla="*/ 1200151 w 2387713"/>
              <a:gd name="connsiteY3" fmla="*/ 306605 h 519793"/>
              <a:gd name="connsiteX0" fmla="*/ 1219246 w 2387758"/>
              <a:gd name="connsiteY0" fmla="*/ 300255 h 467398"/>
              <a:gd name="connsiteX1" fmla="*/ 2387646 w 2387758"/>
              <a:gd name="connsiteY1" fmla="*/ 293905 h 467398"/>
              <a:gd name="connsiteX2" fmla="*/ 46 w 2387758"/>
              <a:gd name="connsiteY2" fmla="*/ 274855 h 467398"/>
              <a:gd name="connsiteX3" fmla="*/ 1200196 w 2387758"/>
              <a:gd name="connsiteY3" fmla="*/ 306605 h 467398"/>
              <a:gd name="connsiteX0" fmla="*/ 1219246 w 2390051"/>
              <a:gd name="connsiteY0" fmla="*/ 249789 h 416932"/>
              <a:gd name="connsiteX1" fmla="*/ 2387646 w 2390051"/>
              <a:gd name="connsiteY1" fmla="*/ 243439 h 416932"/>
              <a:gd name="connsiteX2" fmla="*/ 46 w 2390051"/>
              <a:gd name="connsiteY2" fmla="*/ 224389 h 416932"/>
              <a:gd name="connsiteX3" fmla="*/ 1200196 w 2390051"/>
              <a:gd name="connsiteY3" fmla="*/ 256139 h 416932"/>
              <a:gd name="connsiteX0" fmla="*/ 1251010 w 2421815"/>
              <a:gd name="connsiteY0" fmla="*/ 249789 h 386974"/>
              <a:gd name="connsiteX1" fmla="*/ 2419410 w 2421815"/>
              <a:gd name="connsiteY1" fmla="*/ 243439 h 386974"/>
              <a:gd name="connsiteX2" fmla="*/ 31810 w 2421815"/>
              <a:gd name="connsiteY2" fmla="*/ 224389 h 386974"/>
              <a:gd name="connsiteX3" fmla="*/ 1111310 w 2421815"/>
              <a:gd name="connsiteY3" fmla="*/ 306939 h 386974"/>
              <a:gd name="connsiteX0" fmla="*/ 1220272 w 2391077"/>
              <a:gd name="connsiteY0" fmla="*/ 249789 h 409575"/>
              <a:gd name="connsiteX1" fmla="*/ 2388672 w 2391077"/>
              <a:gd name="connsiteY1" fmla="*/ 243439 h 409575"/>
              <a:gd name="connsiteX2" fmla="*/ 1072 w 2391077"/>
              <a:gd name="connsiteY2" fmla="*/ 224389 h 409575"/>
              <a:gd name="connsiteX3" fmla="*/ 1080572 w 2391077"/>
              <a:gd name="connsiteY3" fmla="*/ 306939 h 409575"/>
              <a:gd name="connsiteX0" fmla="*/ 1220272 w 2391215"/>
              <a:gd name="connsiteY0" fmla="*/ 200430 h 360216"/>
              <a:gd name="connsiteX1" fmla="*/ 2388672 w 2391215"/>
              <a:gd name="connsiteY1" fmla="*/ 194080 h 360216"/>
              <a:gd name="connsiteX2" fmla="*/ 1072 w 2391215"/>
              <a:gd name="connsiteY2" fmla="*/ 175030 h 360216"/>
              <a:gd name="connsiteX3" fmla="*/ 1080572 w 2391215"/>
              <a:gd name="connsiteY3" fmla="*/ 257580 h 36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1215" h="360216">
                <a:moveTo>
                  <a:pt x="1220272" y="200430"/>
                </a:moveTo>
                <a:cubicBezTo>
                  <a:pt x="1718218" y="27921"/>
                  <a:pt x="2439472" y="-144587"/>
                  <a:pt x="2388672" y="194080"/>
                </a:cubicBezTo>
                <a:cubicBezTo>
                  <a:pt x="2337872" y="532747"/>
                  <a:pt x="34938" y="-114953"/>
                  <a:pt x="1072" y="175030"/>
                </a:cubicBezTo>
                <a:cubicBezTo>
                  <a:pt x="-32794" y="465013"/>
                  <a:pt x="745080" y="350713"/>
                  <a:pt x="1080572" y="25758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Parallélogramme 57">
            <a:extLst>
              <a:ext uri="{FF2B5EF4-FFF2-40B4-BE49-F238E27FC236}">
                <a16:creationId xmlns:a16="http://schemas.microsoft.com/office/drawing/2014/main" id="{957AB0CC-4A7A-A79D-AD4C-9ABCFC1AA9EE}"/>
              </a:ext>
            </a:extLst>
          </p:cNvPr>
          <p:cNvSpPr/>
          <p:nvPr/>
        </p:nvSpPr>
        <p:spPr>
          <a:xfrm rot="16200000" flipV="1">
            <a:off x="5528112" y="1735076"/>
            <a:ext cx="311550" cy="197740"/>
          </a:xfrm>
          <a:prstGeom prst="parallelogram">
            <a:avLst>
              <a:gd name="adj" fmla="val 65507"/>
            </a:avLst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2D36384F-68E8-E27A-FEC3-C23ABC553ABE}"/>
              </a:ext>
            </a:extLst>
          </p:cNvPr>
          <p:cNvGrpSpPr/>
          <p:nvPr/>
        </p:nvGrpSpPr>
        <p:grpSpPr>
          <a:xfrm>
            <a:off x="5676900" y="1818819"/>
            <a:ext cx="899790" cy="533789"/>
            <a:chOff x="5676900" y="1818819"/>
            <a:chExt cx="899790" cy="533789"/>
          </a:xfrm>
        </p:grpSpPr>
        <p:sp>
          <p:nvSpPr>
            <p:cNvPr id="14" name="Cylindre 13">
              <a:extLst>
                <a:ext uri="{FF2B5EF4-FFF2-40B4-BE49-F238E27FC236}">
                  <a16:creationId xmlns:a16="http://schemas.microsoft.com/office/drawing/2014/main" id="{065692CC-447B-D54E-A0F8-D7FBC9A1F4BD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7E2A8FFB-AFC3-D8F5-1165-75AE9E69CD6E}"/>
                </a:ext>
              </a:extLst>
            </p:cNvPr>
            <p:cNvGrpSpPr/>
            <p:nvPr/>
          </p:nvGrpSpPr>
          <p:grpSpPr>
            <a:xfrm>
              <a:off x="5676900" y="1818819"/>
              <a:ext cx="899790" cy="533789"/>
              <a:chOff x="5676900" y="1818819"/>
              <a:chExt cx="899790" cy="533789"/>
            </a:xfrm>
          </p:grpSpPr>
          <p:cxnSp>
            <p:nvCxnSpPr>
              <p:cNvPr id="42" name="Connecteur droit 41">
                <a:extLst>
                  <a:ext uri="{FF2B5EF4-FFF2-40B4-BE49-F238E27FC236}">
                    <a16:creationId xmlns:a16="http://schemas.microsoft.com/office/drawing/2014/main" id="{58B5DB70-9BFE-B5B1-8978-687F48A7E6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350277" cy="20366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6" name="Connecteur droit 45">
                <a:extLst>
                  <a:ext uri="{FF2B5EF4-FFF2-40B4-BE49-F238E27FC236}">
                    <a16:creationId xmlns:a16="http://schemas.microsoft.com/office/drawing/2014/main" id="{C28F26FD-582B-59E0-8AA6-7C8A01FF8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9" name="Connecteur droit 58">
                <a:extLst>
                  <a:ext uri="{FF2B5EF4-FFF2-40B4-BE49-F238E27FC236}">
                    <a16:creationId xmlns:a16="http://schemas.microsoft.com/office/drawing/2014/main" id="{D5166EF9-AF30-25BB-EB84-B8755DFC39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24" name="Connecteur droit 1023">
                <a:extLst>
                  <a:ext uri="{FF2B5EF4-FFF2-40B4-BE49-F238E27FC236}">
                    <a16:creationId xmlns:a16="http://schemas.microsoft.com/office/drawing/2014/main" id="{FC6D1E2E-EB0A-5FAF-D8C3-6433B73829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cxnSp>
        <p:nvCxnSpPr>
          <p:cNvPr id="1028" name="Connecteur droit 1027">
            <a:extLst>
              <a:ext uri="{FF2B5EF4-FFF2-40B4-BE49-F238E27FC236}">
                <a16:creationId xmlns:a16="http://schemas.microsoft.com/office/drawing/2014/main" id="{A457060D-C6CC-89B6-4FDC-8930635BD36A}"/>
              </a:ext>
            </a:extLst>
          </p:cNvPr>
          <p:cNvCxnSpPr>
            <a:cxnSpLocks/>
          </p:cNvCxnSpPr>
          <p:nvPr/>
        </p:nvCxnSpPr>
        <p:spPr>
          <a:xfrm>
            <a:off x="4812587" y="2444603"/>
            <a:ext cx="180000" cy="0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9" name="Connecteur droit 1028">
            <a:extLst>
              <a:ext uri="{FF2B5EF4-FFF2-40B4-BE49-F238E27FC236}">
                <a16:creationId xmlns:a16="http://schemas.microsoft.com/office/drawing/2014/main" id="{257F35E3-836D-23A4-BA8C-D77C428D1C14}"/>
              </a:ext>
            </a:extLst>
          </p:cNvPr>
          <p:cNvCxnSpPr>
            <a:cxnSpLocks/>
          </p:cNvCxnSpPr>
          <p:nvPr/>
        </p:nvCxnSpPr>
        <p:spPr>
          <a:xfrm>
            <a:off x="4812587" y="2955778"/>
            <a:ext cx="180000" cy="0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383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A25F3-509F-C4B1-6BAE-48BDDD839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FD4A5153-AB27-DA17-FE85-16B8E18AB71E}"/>
              </a:ext>
            </a:extLst>
          </p:cNvPr>
          <p:cNvCxnSpPr>
            <a:cxnSpLocks/>
          </p:cNvCxnSpPr>
          <p:nvPr/>
        </p:nvCxnSpPr>
        <p:spPr>
          <a:xfrm>
            <a:off x="7289800" y="368300"/>
            <a:ext cx="0" cy="543881"/>
          </a:xfrm>
          <a:prstGeom prst="line">
            <a:avLst/>
          </a:prstGeom>
          <a:noFill/>
          <a:ln w="28575">
            <a:solidFill>
              <a:srgbClr val="0070C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1AA5A1D8-4B9E-0768-805C-3854AFC1A4B8}"/>
              </a:ext>
            </a:extLst>
          </p:cNvPr>
          <p:cNvCxnSpPr>
            <a:cxnSpLocks/>
          </p:cNvCxnSpPr>
          <p:nvPr/>
        </p:nvCxnSpPr>
        <p:spPr>
          <a:xfrm flipH="1">
            <a:off x="7274257" y="479869"/>
            <a:ext cx="788749" cy="443431"/>
          </a:xfrm>
          <a:prstGeom prst="line">
            <a:avLst/>
          </a:prstGeom>
          <a:noFill/>
          <a:ln w="28575">
            <a:solidFill>
              <a:srgbClr val="00206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Cylindre 11">
            <a:extLst>
              <a:ext uri="{FF2B5EF4-FFF2-40B4-BE49-F238E27FC236}">
                <a16:creationId xmlns:a16="http://schemas.microsoft.com/office/drawing/2014/main" id="{72956250-9F5C-8EC9-34E6-681BF8AF4D89}"/>
              </a:ext>
            </a:extLst>
          </p:cNvPr>
          <p:cNvSpPr/>
          <p:nvPr/>
        </p:nvSpPr>
        <p:spPr>
          <a:xfrm>
            <a:off x="4789298" y="2481439"/>
            <a:ext cx="216000" cy="432000"/>
          </a:xfrm>
          <a:prstGeom prst="can">
            <a:avLst>
              <a:gd name="adj" fmla="val 52625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044C6972-0354-8506-B865-77AD6DCFAC3D}"/>
              </a:ext>
            </a:extLst>
          </p:cNvPr>
          <p:cNvCxnSpPr>
            <a:cxnSpLocks/>
          </p:cNvCxnSpPr>
          <p:nvPr/>
        </p:nvCxnSpPr>
        <p:spPr>
          <a:xfrm flipV="1">
            <a:off x="5009531" y="2100910"/>
            <a:ext cx="1001801" cy="596529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4AA82D37-918D-F84A-AAD0-07D2CD3B45ED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897298" y="2913439"/>
            <a:ext cx="0" cy="172661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07B00A7-9AE1-6006-8CAF-604AF5F8C8B0}"/>
              </a:ext>
            </a:extLst>
          </p:cNvPr>
          <p:cNvCxnSpPr>
            <a:cxnSpLocks/>
          </p:cNvCxnSpPr>
          <p:nvPr/>
        </p:nvCxnSpPr>
        <p:spPr>
          <a:xfrm flipV="1">
            <a:off x="6171996" y="1410929"/>
            <a:ext cx="1029523" cy="578792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93C3675-8467-B364-153F-E2F8E1FE8192}"/>
              </a:ext>
            </a:extLst>
          </p:cNvPr>
          <p:cNvCxnSpPr>
            <a:cxnSpLocks/>
          </p:cNvCxnSpPr>
          <p:nvPr/>
        </p:nvCxnSpPr>
        <p:spPr>
          <a:xfrm>
            <a:off x="4897298" y="2197100"/>
            <a:ext cx="0" cy="347839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Cylindre 35">
            <a:extLst>
              <a:ext uri="{FF2B5EF4-FFF2-40B4-BE49-F238E27FC236}">
                <a16:creationId xmlns:a16="http://schemas.microsoft.com/office/drawing/2014/main" id="{9B11E301-8D3B-3AB5-582C-D87603AACDB7}"/>
              </a:ext>
            </a:extLst>
          </p:cNvPr>
          <p:cNvSpPr/>
          <p:nvPr/>
        </p:nvSpPr>
        <p:spPr>
          <a:xfrm>
            <a:off x="7177667" y="1173339"/>
            <a:ext cx="216000" cy="432000"/>
          </a:xfrm>
          <a:prstGeom prst="can">
            <a:avLst>
              <a:gd name="adj" fmla="val 52625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CF2DA82-07BD-6B02-33A0-4E5C4DC8C668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7285667" y="1605339"/>
            <a:ext cx="0" cy="172661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4CEFEE78-E72B-D713-FD3B-D371A80DF9C4}"/>
              </a:ext>
            </a:extLst>
          </p:cNvPr>
          <p:cNvCxnSpPr>
            <a:cxnSpLocks/>
          </p:cNvCxnSpPr>
          <p:nvPr/>
        </p:nvCxnSpPr>
        <p:spPr>
          <a:xfrm>
            <a:off x="7285667" y="889000"/>
            <a:ext cx="0" cy="347839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Forme libre : forme 39">
            <a:extLst>
              <a:ext uri="{FF2B5EF4-FFF2-40B4-BE49-F238E27FC236}">
                <a16:creationId xmlns:a16="http://schemas.microsoft.com/office/drawing/2014/main" id="{26BEE697-ABD4-76FA-5246-7AB57442143F}"/>
              </a:ext>
            </a:extLst>
          </p:cNvPr>
          <p:cNvSpPr/>
          <p:nvPr/>
        </p:nvSpPr>
        <p:spPr>
          <a:xfrm rot="336999">
            <a:off x="4111323" y="2046673"/>
            <a:ext cx="1628118" cy="245262"/>
          </a:xfrm>
          <a:custGeom>
            <a:avLst/>
            <a:gdLst>
              <a:gd name="connsiteX0" fmla="*/ 1713372 w 1713372"/>
              <a:gd name="connsiteY0" fmla="*/ 0 h 368310"/>
              <a:gd name="connsiteX1" fmla="*/ 722772 w 1713372"/>
              <a:gd name="connsiteY1" fmla="*/ 368300 h 368310"/>
              <a:gd name="connsiteX2" fmla="*/ 5222 w 1713372"/>
              <a:gd name="connsiteY2" fmla="*/ 12700 h 368310"/>
              <a:gd name="connsiteX3" fmla="*/ 1091072 w 1713372"/>
              <a:gd name="connsiteY3" fmla="*/ 228600 h 368310"/>
              <a:gd name="connsiteX0" fmla="*/ 1128395 w 1128395"/>
              <a:gd name="connsiteY0" fmla="*/ 363008 h 457392"/>
              <a:gd name="connsiteX1" fmla="*/ 721995 w 1128395"/>
              <a:gd name="connsiteY1" fmla="*/ 356658 h 457392"/>
              <a:gd name="connsiteX2" fmla="*/ 4445 w 1128395"/>
              <a:gd name="connsiteY2" fmla="*/ 1058 h 457392"/>
              <a:gd name="connsiteX3" fmla="*/ 1090295 w 1128395"/>
              <a:gd name="connsiteY3" fmla="*/ 216958 h 457392"/>
              <a:gd name="connsiteX0" fmla="*/ 1125223 w 2320622"/>
              <a:gd name="connsiteY0" fmla="*/ 729521 h 755391"/>
              <a:gd name="connsiteX1" fmla="*/ 2306323 w 2320622"/>
              <a:gd name="connsiteY1" fmla="*/ 5621 h 755391"/>
              <a:gd name="connsiteX2" fmla="*/ 1273 w 2320622"/>
              <a:gd name="connsiteY2" fmla="*/ 367571 h 755391"/>
              <a:gd name="connsiteX3" fmla="*/ 1087123 w 2320622"/>
              <a:gd name="connsiteY3" fmla="*/ 583471 h 7553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264858 w 2463664"/>
              <a:gd name="connsiteY0" fmla="*/ 723930 h 748460"/>
              <a:gd name="connsiteX1" fmla="*/ 2445958 w 2463664"/>
              <a:gd name="connsiteY1" fmla="*/ 30 h 748460"/>
              <a:gd name="connsiteX2" fmla="*/ 1208 w 2463664"/>
              <a:gd name="connsiteY2" fmla="*/ 692180 h 748460"/>
              <a:gd name="connsiteX3" fmla="*/ 1226758 w 2463664"/>
              <a:gd name="connsiteY3" fmla="*/ 577880 h 748460"/>
              <a:gd name="connsiteX0" fmla="*/ 1214082 w 2411615"/>
              <a:gd name="connsiteY0" fmla="*/ 728686 h 1217983"/>
              <a:gd name="connsiteX1" fmla="*/ 2395182 w 2411615"/>
              <a:gd name="connsiteY1" fmla="*/ 4786 h 1217983"/>
              <a:gd name="connsiteX2" fmla="*/ 1232 w 2411615"/>
              <a:gd name="connsiteY2" fmla="*/ 1217636 h 1217983"/>
              <a:gd name="connsiteX3" fmla="*/ 1175982 w 2411615"/>
              <a:gd name="connsiteY3" fmla="*/ 582636 h 1217983"/>
              <a:gd name="connsiteX0" fmla="*/ 1212850 w 2410383"/>
              <a:gd name="connsiteY0" fmla="*/ 728686 h 1259527"/>
              <a:gd name="connsiteX1" fmla="*/ 2393950 w 2410383"/>
              <a:gd name="connsiteY1" fmla="*/ 4786 h 1259527"/>
              <a:gd name="connsiteX2" fmla="*/ 0 w 2410383"/>
              <a:gd name="connsiteY2" fmla="*/ 1217636 h 1259527"/>
              <a:gd name="connsiteX3" fmla="*/ 1174750 w 2410383"/>
              <a:gd name="connsiteY3" fmla="*/ 582636 h 1259527"/>
              <a:gd name="connsiteX0" fmla="*/ 1212850 w 2419691"/>
              <a:gd name="connsiteY0" fmla="*/ 774951 h 1296766"/>
              <a:gd name="connsiteX1" fmla="*/ 2393950 w 2419691"/>
              <a:gd name="connsiteY1" fmla="*/ 51051 h 1296766"/>
              <a:gd name="connsiteX2" fmla="*/ 0 w 2419691"/>
              <a:gd name="connsiteY2" fmla="*/ 1263901 h 1296766"/>
              <a:gd name="connsiteX3" fmla="*/ 1174750 w 2419691"/>
              <a:gd name="connsiteY3" fmla="*/ 628901 h 1296766"/>
              <a:gd name="connsiteX0" fmla="*/ 1257575 w 2464416"/>
              <a:gd name="connsiteY0" fmla="*/ 768967 h 1361009"/>
              <a:gd name="connsiteX1" fmla="*/ 2438675 w 2464416"/>
              <a:gd name="connsiteY1" fmla="*/ 45067 h 1361009"/>
              <a:gd name="connsiteX2" fmla="*/ 44725 w 2464416"/>
              <a:gd name="connsiteY2" fmla="*/ 1257917 h 1361009"/>
              <a:gd name="connsiteX3" fmla="*/ 1219475 w 2464416"/>
              <a:gd name="connsiteY3" fmla="*/ 622917 h 1361009"/>
              <a:gd name="connsiteX0" fmla="*/ 1215327 w 2422168"/>
              <a:gd name="connsiteY0" fmla="*/ 768398 h 1369446"/>
              <a:gd name="connsiteX1" fmla="*/ 2396427 w 2422168"/>
              <a:gd name="connsiteY1" fmla="*/ 44498 h 1369446"/>
              <a:gd name="connsiteX2" fmla="*/ 2477 w 2422168"/>
              <a:gd name="connsiteY2" fmla="*/ 1257348 h 1369446"/>
              <a:gd name="connsiteX3" fmla="*/ 1177227 w 2422168"/>
              <a:gd name="connsiteY3" fmla="*/ 622348 h 1369446"/>
              <a:gd name="connsiteX0" fmla="*/ 1202578 w 2399799"/>
              <a:gd name="connsiteY0" fmla="*/ 1148279 h 1177192"/>
              <a:gd name="connsiteX1" fmla="*/ 2383678 w 2399799"/>
              <a:gd name="connsiteY1" fmla="*/ 424379 h 1177192"/>
              <a:gd name="connsiteX2" fmla="*/ 2428 w 2399799"/>
              <a:gd name="connsiteY2" fmla="*/ 144979 h 1177192"/>
              <a:gd name="connsiteX3" fmla="*/ 1164478 w 2399799"/>
              <a:gd name="connsiteY3" fmla="*/ 1002229 h 1177192"/>
              <a:gd name="connsiteX0" fmla="*/ 1202378 w 2383505"/>
              <a:gd name="connsiteY0" fmla="*/ 1148279 h 1188730"/>
              <a:gd name="connsiteX1" fmla="*/ 2383478 w 2383505"/>
              <a:gd name="connsiteY1" fmla="*/ 424379 h 1188730"/>
              <a:gd name="connsiteX2" fmla="*/ 2228 w 2383505"/>
              <a:gd name="connsiteY2" fmla="*/ 144979 h 1188730"/>
              <a:gd name="connsiteX3" fmla="*/ 1164278 w 2383505"/>
              <a:gd name="connsiteY3" fmla="*/ 1002229 h 1188730"/>
              <a:gd name="connsiteX0" fmla="*/ 1226562 w 2414042"/>
              <a:gd name="connsiteY0" fmla="*/ 1218647 h 1247430"/>
              <a:gd name="connsiteX1" fmla="*/ 2414012 w 2414042"/>
              <a:gd name="connsiteY1" fmla="*/ 234397 h 1247430"/>
              <a:gd name="connsiteX2" fmla="*/ 26412 w 2414042"/>
              <a:gd name="connsiteY2" fmla="*/ 215347 h 1247430"/>
              <a:gd name="connsiteX3" fmla="*/ 1188462 w 2414042"/>
              <a:gd name="connsiteY3" fmla="*/ 1072597 h 1247430"/>
              <a:gd name="connsiteX0" fmla="*/ 1224397 w 2411877"/>
              <a:gd name="connsiteY0" fmla="*/ 1182661 h 1211444"/>
              <a:gd name="connsiteX1" fmla="*/ 2411847 w 2411877"/>
              <a:gd name="connsiteY1" fmla="*/ 198411 h 1211444"/>
              <a:gd name="connsiteX2" fmla="*/ 24247 w 2411877"/>
              <a:gd name="connsiteY2" fmla="*/ 179361 h 1211444"/>
              <a:gd name="connsiteX3" fmla="*/ 1224397 w 2411877"/>
              <a:gd name="connsiteY3" fmla="*/ 211111 h 1211444"/>
              <a:gd name="connsiteX0" fmla="*/ 1243447 w 2428551"/>
              <a:gd name="connsiteY0" fmla="*/ 25583 h 106259"/>
              <a:gd name="connsiteX1" fmla="*/ 2411847 w 2428551"/>
              <a:gd name="connsiteY1" fmla="*/ 19233 h 106259"/>
              <a:gd name="connsiteX2" fmla="*/ 24247 w 2428551"/>
              <a:gd name="connsiteY2" fmla="*/ 183 h 106259"/>
              <a:gd name="connsiteX3" fmla="*/ 1224397 w 2428551"/>
              <a:gd name="connsiteY3" fmla="*/ 31933 h 106259"/>
              <a:gd name="connsiteX0" fmla="*/ 1243447 w 2440774"/>
              <a:gd name="connsiteY0" fmla="*/ 142292 h 200114"/>
              <a:gd name="connsiteX1" fmla="*/ 2411847 w 2440774"/>
              <a:gd name="connsiteY1" fmla="*/ 135942 h 200114"/>
              <a:gd name="connsiteX2" fmla="*/ 24247 w 2440774"/>
              <a:gd name="connsiteY2" fmla="*/ 116892 h 200114"/>
              <a:gd name="connsiteX3" fmla="*/ 1224397 w 2440774"/>
              <a:gd name="connsiteY3" fmla="*/ 148642 h 200114"/>
              <a:gd name="connsiteX0" fmla="*/ 1243447 w 2432201"/>
              <a:gd name="connsiteY0" fmla="*/ 205719 h 291131"/>
              <a:gd name="connsiteX1" fmla="*/ 2411847 w 2432201"/>
              <a:gd name="connsiteY1" fmla="*/ 199369 h 291131"/>
              <a:gd name="connsiteX2" fmla="*/ 24247 w 2432201"/>
              <a:gd name="connsiteY2" fmla="*/ 180319 h 291131"/>
              <a:gd name="connsiteX3" fmla="*/ 1224397 w 2432201"/>
              <a:gd name="connsiteY3" fmla="*/ 212069 h 291131"/>
              <a:gd name="connsiteX0" fmla="*/ 1222382 w 2411136"/>
              <a:gd name="connsiteY0" fmla="*/ 205719 h 414072"/>
              <a:gd name="connsiteX1" fmla="*/ 2390782 w 2411136"/>
              <a:gd name="connsiteY1" fmla="*/ 199369 h 414072"/>
              <a:gd name="connsiteX2" fmla="*/ 3182 w 2411136"/>
              <a:gd name="connsiteY2" fmla="*/ 180319 h 414072"/>
              <a:gd name="connsiteX3" fmla="*/ 1203332 w 2411136"/>
              <a:gd name="connsiteY3" fmla="*/ 212069 h 414072"/>
              <a:gd name="connsiteX0" fmla="*/ 1219201 w 2407955"/>
              <a:gd name="connsiteY0" fmla="*/ 205719 h 435944"/>
              <a:gd name="connsiteX1" fmla="*/ 2387601 w 2407955"/>
              <a:gd name="connsiteY1" fmla="*/ 199369 h 435944"/>
              <a:gd name="connsiteX2" fmla="*/ 1 w 2407955"/>
              <a:gd name="connsiteY2" fmla="*/ 180319 h 435944"/>
              <a:gd name="connsiteX3" fmla="*/ 1200151 w 2407955"/>
              <a:gd name="connsiteY3" fmla="*/ 212069 h 435944"/>
              <a:gd name="connsiteX0" fmla="*/ 1219201 w 2387713"/>
              <a:gd name="connsiteY0" fmla="*/ 300255 h 530480"/>
              <a:gd name="connsiteX1" fmla="*/ 2387601 w 2387713"/>
              <a:gd name="connsiteY1" fmla="*/ 293905 h 530480"/>
              <a:gd name="connsiteX2" fmla="*/ 1 w 2387713"/>
              <a:gd name="connsiteY2" fmla="*/ 274855 h 530480"/>
              <a:gd name="connsiteX3" fmla="*/ 1200151 w 2387713"/>
              <a:gd name="connsiteY3" fmla="*/ 306605 h 530480"/>
              <a:gd name="connsiteX0" fmla="*/ 1219201 w 2387713"/>
              <a:gd name="connsiteY0" fmla="*/ 300255 h 519793"/>
              <a:gd name="connsiteX1" fmla="*/ 2387601 w 2387713"/>
              <a:gd name="connsiteY1" fmla="*/ 293905 h 519793"/>
              <a:gd name="connsiteX2" fmla="*/ 1 w 2387713"/>
              <a:gd name="connsiteY2" fmla="*/ 274855 h 519793"/>
              <a:gd name="connsiteX3" fmla="*/ 1200151 w 2387713"/>
              <a:gd name="connsiteY3" fmla="*/ 306605 h 519793"/>
              <a:gd name="connsiteX0" fmla="*/ 1219246 w 2387758"/>
              <a:gd name="connsiteY0" fmla="*/ 300255 h 467398"/>
              <a:gd name="connsiteX1" fmla="*/ 2387646 w 2387758"/>
              <a:gd name="connsiteY1" fmla="*/ 293905 h 467398"/>
              <a:gd name="connsiteX2" fmla="*/ 46 w 2387758"/>
              <a:gd name="connsiteY2" fmla="*/ 274855 h 467398"/>
              <a:gd name="connsiteX3" fmla="*/ 1200196 w 2387758"/>
              <a:gd name="connsiteY3" fmla="*/ 306605 h 467398"/>
              <a:gd name="connsiteX0" fmla="*/ 1219246 w 2390051"/>
              <a:gd name="connsiteY0" fmla="*/ 249789 h 416932"/>
              <a:gd name="connsiteX1" fmla="*/ 2387646 w 2390051"/>
              <a:gd name="connsiteY1" fmla="*/ 243439 h 416932"/>
              <a:gd name="connsiteX2" fmla="*/ 46 w 2390051"/>
              <a:gd name="connsiteY2" fmla="*/ 224389 h 416932"/>
              <a:gd name="connsiteX3" fmla="*/ 1200196 w 2390051"/>
              <a:gd name="connsiteY3" fmla="*/ 256139 h 416932"/>
              <a:gd name="connsiteX0" fmla="*/ 1251010 w 2421815"/>
              <a:gd name="connsiteY0" fmla="*/ 249789 h 386974"/>
              <a:gd name="connsiteX1" fmla="*/ 2419410 w 2421815"/>
              <a:gd name="connsiteY1" fmla="*/ 243439 h 386974"/>
              <a:gd name="connsiteX2" fmla="*/ 31810 w 2421815"/>
              <a:gd name="connsiteY2" fmla="*/ 224389 h 386974"/>
              <a:gd name="connsiteX3" fmla="*/ 1111310 w 2421815"/>
              <a:gd name="connsiteY3" fmla="*/ 306939 h 386974"/>
              <a:gd name="connsiteX0" fmla="*/ 1220272 w 2391077"/>
              <a:gd name="connsiteY0" fmla="*/ 249789 h 409575"/>
              <a:gd name="connsiteX1" fmla="*/ 2388672 w 2391077"/>
              <a:gd name="connsiteY1" fmla="*/ 243439 h 409575"/>
              <a:gd name="connsiteX2" fmla="*/ 1072 w 2391077"/>
              <a:gd name="connsiteY2" fmla="*/ 224389 h 409575"/>
              <a:gd name="connsiteX3" fmla="*/ 1080572 w 2391077"/>
              <a:gd name="connsiteY3" fmla="*/ 306939 h 409575"/>
              <a:gd name="connsiteX0" fmla="*/ 1220272 w 2391215"/>
              <a:gd name="connsiteY0" fmla="*/ 200430 h 360216"/>
              <a:gd name="connsiteX1" fmla="*/ 2388672 w 2391215"/>
              <a:gd name="connsiteY1" fmla="*/ 194080 h 360216"/>
              <a:gd name="connsiteX2" fmla="*/ 1072 w 2391215"/>
              <a:gd name="connsiteY2" fmla="*/ 175030 h 360216"/>
              <a:gd name="connsiteX3" fmla="*/ 1080572 w 2391215"/>
              <a:gd name="connsiteY3" fmla="*/ 257580 h 36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1215" h="360216">
                <a:moveTo>
                  <a:pt x="1220272" y="200430"/>
                </a:moveTo>
                <a:cubicBezTo>
                  <a:pt x="1718218" y="27921"/>
                  <a:pt x="2439472" y="-144587"/>
                  <a:pt x="2388672" y="194080"/>
                </a:cubicBezTo>
                <a:cubicBezTo>
                  <a:pt x="2337872" y="532747"/>
                  <a:pt x="34938" y="-114953"/>
                  <a:pt x="1072" y="175030"/>
                </a:cubicBezTo>
                <a:cubicBezTo>
                  <a:pt x="-32794" y="465013"/>
                  <a:pt x="745080" y="350713"/>
                  <a:pt x="1080572" y="25758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Forme libre : forme 40">
            <a:extLst>
              <a:ext uri="{FF2B5EF4-FFF2-40B4-BE49-F238E27FC236}">
                <a16:creationId xmlns:a16="http://schemas.microsoft.com/office/drawing/2014/main" id="{117EB3CE-2854-5432-9C77-3947213D15DC}"/>
              </a:ext>
            </a:extLst>
          </p:cNvPr>
          <p:cNvSpPr/>
          <p:nvPr/>
        </p:nvSpPr>
        <p:spPr>
          <a:xfrm rot="336999">
            <a:off x="6471608" y="768135"/>
            <a:ext cx="1628118" cy="245262"/>
          </a:xfrm>
          <a:custGeom>
            <a:avLst/>
            <a:gdLst>
              <a:gd name="connsiteX0" fmla="*/ 1713372 w 1713372"/>
              <a:gd name="connsiteY0" fmla="*/ 0 h 368310"/>
              <a:gd name="connsiteX1" fmla="*/ 722772 w 1713372"/>
              <a:gd name="connsiteY1" fmla="*/ 368300 h 368310"/>
              <a:gd name="connsiteX2" fmla="*/ 5222 w 1713372"/>
              <a:gd name="connsiteY2" fmla="*/ 12700 h 368310"/>
              <a:gd name="connsiteX3" fmla="*/ 1091072 w 1713372"/>
              <a:gd name="connsiteY3" fmla="*/ 228600 h 368310"/>
              <a:gd name="connsiteX0" fmla="*/ 1128395 w 1128395"/>
              <a:gd name="connsiteY0" fmla="*/ 363008 h 457392"/>
              <a:gd name="connsiteX1" fmla="*/ 721995 w 1128395"/>
              <a:gd name="connsiteY1" fmla="*/ 356658 h 457392"/>
              <a:gd name="connsiteX2" fmla="*/ 4445 w 1128395"/>
              <a:gd name="connsiteY2" fmla="*/ 1058 h 457392"/>
              <a:gd name="connsiteX3" fmla="*/ 1090295 w 1128395"/>
              <a:gd name="connsiteY3" fmla="*/ 216958 h 457392"/>
              <a:gd name="connsiteX0" fmla="*/ 1125223 w 2320622"/>
              <a:gd name="connsiteY0" fmla="*/ 729521 h 755391"/>
              <a:gd name="connsiteX1" fmla="*/ 2306323 w 2320622"/>
              <a:gd name="connsiteY1" fmla="*/ 5621 h 755391"/>
              <a:gd name="connsiteX2" fmla="*/ 1273 w 2320622"/>
              <a:gd name="connsiteY2" fmla="*/ 367571 h 755391"/>
              <a:gd name="connsiteX3" fmla="*/ 1087123 w 2320622"/>
              <a:gd name="connsiteY3" fmla="*/ 583471 h 7553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125040 w 2315966"/>
              <a:gd name="connsiteY0" fmla="*/ 833591 h 850091"/>
              <a:gd name="connsiteX1" fmla="*/ 2306140 w 2315966"/>
              <a:gd name="connsiteY1" fmla="*/ 109691 h 850091"/>
              <a:gd name="connsiteX2" fmla="*/ 1090 w 2315966"/>
              <a:gd name="connsiteY2" fmla="*/ 471641 h 850091"/>
              <a:gd name="connsiteX3" fmla="*/ 1086940 w 2315966"/>
              <a:gd name="connsiteY3" fmla="*/ 687541 h 850091"/>
              <a:gd name="connsiteX0" fmla="*/ 1264858 w 2463664"/>
              <a:gd name="connsiteY0" fmla="*/ 723930 h 748460"/>
              <a:gd name="connsiteX1" fmla="*/ 2445958 w 2463664"/>
              <a:gd name="connsiteY1" fmla="*/ 30 h 748460"/>
              <a:gd name="connsiteX2" fmla="*/ 1208 w 2463664"/>
              <a:gd name="connsiteY2" fmla="*/ 692180 h 748460"/>
              <a:gd name="connsiteX3" fmla="*/ 1226758 w 2463664"/>
              <a:gd name="connsiteY3" fmla="*/ 577880 h 748460"/>
              <a:gd name="connsiteX0" fmla="*/ 1214082 w 2411615"/>
              <a:gd name="connsiteY0" fmla="*/ 728686 h 1217983"/>
              <a:gd name="connsiteX1" fmla="*/ 2395182 w 2411615"/>
              <a:gd name="connsiteY1" fmla="*/ 4786 h 1217983"/>
              <a:gd name="connsiteX2" fmla="*/ 1232 w 2411615"/>
              <a:gd name="connsiteY2" fmla="*/ 1217636 h 1217983"/>
              <a:gd name="connsiteX3" fmla="*/ 1175982 w 2411615"/>
              <a:gd name="connsiteY3" fmla="*/ 582636 h 1217983"/>
              <a:gd name="connsiteX0" fmla="*/ 1212850 w 2410383"/>
              <a:gd name="connsiteY0" fmla="*/ 728686 h 1259527"/>
              <a:gd name="connsiteX1" fmla="*/ 2393950 w 2410383"/>
              <a:gd name="connsiteY1" fmla="*/ 4786 h 1259527"/>
              <a:gd name="connsiteX2" fmla="*/ 0 w 2410383"/>
              <a:gd name="connsiteY2" fmla="*/ 1217636 h 1259527"/>
              <a:gd name="connsiteX3" fmla="*/ 1174750 w 2410383"/>
              <a:gd name="connsiteY3" fmla="*/ 582636 h 1259527"/>
              <a:gd name="connsiteX0" fmla="*/ 1212850 w 2419691"/>
              <a:gd name="connsiteY0" fmla="*/ 774951 h 1296766"/>
              <a:gd name="connsiteX1" fmla="*/ 2393950 w 2419691"/>
              <a:gd name="connsiteY1" fmla="*/ 51051 h 1296766"/>
              <a:gd name="connsiteX2" fmla="*/ 0 w 2419691"/>
              <a:gd name="connsiteY2" fmla="*/ 1263901 h 1296766"/>
              <a:gd name="connsiteX3" fmla="*/ 1174750 w 2419691"/>
              <a:gd name="connsiteY3" fmla="*/ 628901 h 1296766"/>
              <a:gd name="connsiteX0" fmla="*/ 1257575 w 2464416"/>
              <a:gd name="connsiteY0" fmla="*/ 768967 h 1361009"/>
              <a:gd name="connsiteX1" fmla="*/ 2438675 w 2464416"/>
              <a:gd name="connsiteY1" fmla="*/ 45067 h 1361009"/>
              <a:gd name="connsiteX2" fmla="*/ 44725 w 2464416"/>
              <a:gd name="connsiteY2" fmla="*/ 1257917 h 1361009"/>
              <a:gd name="connsiteX3" fmla="*/ 1219475 w 2464416"/>
              <a:gd name="connsiteY3" fmla="*/ 622917 h 1361009"/>
              <a:gd name="connsiteX0" fmla="*/ 1215327 w 2422168"/>
              <a:gd name="connsiteY0" fmla="*/ 768398 h 1369446"/>
              <a:gd name="connsiteX1" fmla="*/ 2396427 w 2422168"/>
              <a:gd name="connsiteY1" fmla="*/ 44498 h 1369446"/>
              <a:gd name="connsiteX2" fmla="*/ 2477 w 2422168"/>
              <a:gd name="connsiteY2" fmla="*/ 1257348 h 1369446"/>
              <a:gd name="connsiteX3" fmla="*/ 1177227 w 2422168"/>
              <a:gd name="connsiteY3" fmla="*/ 622348 h 1369446"/>
              <a:gd name="connsiteX0" fmla="*/ 1202578 w 2399799"/>
              <a:gd name="connsiteY0" fmla="*/ 1148279 h 1177192"/>
              <a:gd name="connsiteX1" fmla="*/ 2383678 w 2399799"/>
              <a:gd name="connsiteY1" fmla="*/ 424379 h 1177192"/>
              <a:gd name="connsiteX2" fmla="*/ 2428 w 2399799"/>
              <a:gd name="connsiteY2" fmla="*/ 144979 h 1177192"/>
              <a:gd name="connsiteX3" fmla="*/ 1164478 w 2399799"/>
              <a:gd name="connsiteY3" fmla="*/ 1002229 h 1177192"/>
              <a:gd name="connsiteX0" fmla="*/ 1202378 w 2383505"/>
              <a:gd name="connsiteY0" fmla="*/ 1148279 h 1188730"/>
              <a:gd name="connsiteX1" fmla="*/ 2383478 w 2383505"/>
              <a:gd name="connsiteY1" fmla="*/ 424379 h 1188730"/>
              <a:gd name="connsiteX2" fmla="*/ 2228 w 2383505"/>
              <a:gd name="connsiteY2" fmla="*/ 144979 h 1188730"/>
              <a:gd name="connsiteX3" fmla="*/ 1164278 w 2383505"/>
              <a:gd name="connsiteY3" fmla="*/ 1002229 h 1188730"/>
              <a:gd name="connsiteX0" fmla="*/ 1226562 w 2414042"/>
              <a:gd name="connsiteY0" fmla="*/ 1218647 h 1247430"/>
              <a:gd name="connsiteX1" fmla="*/ 2414012 w 2414042"/>
              <a:gd name="connsiteY1" fmla="*/ 234397 h 1247430"/>
              <a:gd name="connsiteX2" fmla="*/ 26412 w 2414042"/>
              <a:gd name="connsiteY2" fmla="*/ 215347 h 1247430"/>
              <a:gd name="connsiteX3" fmla="*/ 1188462 w 2414042"/>
              <a:gd name="connsiteY3" fmla="*/ 1072597 h 1247430"/>
              <a:gd name="connsiteX0" fmla="*/ 1224397 w 2411877"/>
              <a:gd name="connsiteY0" fmla="*/ 1182661 h 1211444"/>
              <a:gd name="connsiteX1" fmla="*/ 2411847 w 2411877"/>
              <a:gd name="connsiteY1" fmla="*/ 198411 h 1211444"/>
              <a:gd name="connsiteX2" fmla="*/ 24247 w 2411877"/>
              <a:gd name="connsiteY2" fmla="*/ 179361 h 1211444"/>
              <a:gd name="connsiteX3" fmla="*/ 1224397 w 2411877"/>
              <a:gd name="connsiteY3" fmla="*/ 211111 h 1211444"/>
              <a:gd name="connsiteX0" fmla="*/ 1243447 w 2428551"/>
              <a:gd name="connsiteY0" fmla="*/ 25583 h 106259"/>
              <a:gd name="connsiteX1" fmla="*/ 2411847 w 2428551"/>
              <a:gd name="connsiteY1" fmla="*/ 19233 h 106259"/>
              <a:gd name="connsiteX2" fmla="*/ 24247 w 2428551"/>
              <a:gd name="connsiteY2" fmla="*/ 183 h 106259"/>
              <a:gd name="connsiteX3" fmla="*/ 1224397 w 2428551"/>
              <a:gd name="connsiteY3" fmla="*/ 31933 h 106259"/>
              <a:gd name="connsiteX0" fmla="*/ 1243447 w 2440774"/>
              <a:gd name="connsiteY0" fmla="*/ 142292 h 200114"/>
              <a:gd name="connsiteX1" fmla="*/ 2411847 w 2440774"/>
              <a:gd name="connsiteY1" fmla="*/ 135942 h 200114"/>
              <a:gd name="connsiteX2" fmla="*/ 24247 w 2440774"/>
              <a:gd name="connsiteY2" fmla="*/ 116892 h 200114"/>
              <a:gd name="connsiteX3" fmla="*/ 1224397 w 2440774"/>
              <a:gd name="connsiteY3" fmla="*/ 148642 h 200114"/>
              <a:gd name="connsiteX0" fmla="*/ 1243447 w 2432201"/>
              <a:gd name="connsiteY0" fmla="*/ 205719 h 291131"/>
              <a:gd name="connsiteX1" fmla="*/ 2411847 w 2432201"/>
              <a:gd name="connsiteY1" fmla="*/ 199369 h 291131"/>
              <a:gd name="connsiteX2" fmla="*/ 24247 w 2432201"/>
              <a:gd name="connsiteY2" fmla="*/ 180319 h 291131"/>
              <a:gd name="connsiteX3" fmla="*/ 1224397 w 2432201"/>
              <a:gd name="connsiteY3" fmla="*/ 212069 h 291131"/>
              <a:gd name="connsiteX0" fmla="*/ 1222382 w 2411136"/>
              <a:gd name="connsiteY0" fmla="*/ 205719 h 414072"/>
              <a:gd name="connsiteX1" fmla="*/ 2390782 w 2411136"/>
              <a:gd name="connsiteY1" fmla="*/ 199369 h 414072"/>
              <a:gd name="connsiteX2" fmla="*/ 3182 w 2411136"/>
              <a:gd name="connsiteY2" fmla="*/ 180319 h 414072"/>
              <a:gd name="connsiteX3" fmla="*/ 1203332 w 2411136"/>
              <a:gd name="connsiteY3" fmla="*/ 212069 h 414072"/>
              <a:gd name="connsiteX0" fmla="*/ 1219201 w 2407955"/>
              <a:gd name="connsiteY0" fmla="*/ 205719 h 435944"/>
              <a:gd name="connsiteX1" fmla="*/ 2387601 w 2407955"/>
              <a:gd name="connsiteY1" fmla="*/ 199369 h 435944"/>
              <a:gd name="connsiteX2" fmla="*/ 1 w 2407955"/>
              <a:gd name="connsiteY2" fmla="*/ 180319 h 435944"/>
              <a:gd name="connsiteX3" fmla="*/ 1200151 w 2407955"/>
              <a:gd name="connsiteY3" fmla="*/ 212069 h 435944"/>
              <a:gd name="connsiteX0" fmla="*/ 1219201 w 2387713"/>
              <a:gd name="connsiteY0" fmla="*/ 300255 h 530480"/>
              <a:gd name="connsiteX1" fmla="*/ 2387601 w 2387713"/>
              <a:gd name="connsiteY1" fmla="*/ 293905 h 530480"/>
              <a:gd name="connsiteX2" fmla="*/ 1 w 2387713"/>
              <a:gd name="connsiteY2" fmla="*/ 274855 h 530480"/>
              <a:gd name="connsiteX3" fmla="*/ 1200151 w 2387713"/>
              <a:gd name="connsiteY3" fmla="*/ 306605 h 530480"/>
              <a:gd name="connsiteX0" fmla="*/ 1219201 w 2387713"/>
              <a:gd name="connsiteY0" fmla="*/ 300255 h 519793"/>
              <a:gd name="connsiteX1" fmla="*/ 2387601 w 2387713"/>
              <a:gd name="connsiteY1" fmla="*/ 293905 h 519793"/>
              <a:gd name="connsiteX2" fmla="*/ 1 w 2387713"/>
              <a:gd name="connsiteY2" fmla="*/ 274855 h 519793"/>
              <a:gd name="connsiteX3" fmla="*/ 1200151 w 2387713"/>
              <a:gd name="connsiteY3" fmla="*/ 306605 h 519793"/>
              <a:gd name="connsiteX0" fmla="*/ 1219246 w 2387758"/>
              <a:gd name="connsiteY0" fmla="*/ 300255 h 467398"/>
              <a:gd name="connsiteX1" fmla="*/ 2387646 w 2387758"/>
              <a:gd name="connsiteY1" fmla="*/ 293905 h 467398"/>
              <a:gd name="connsiteX2" fmla="*/ 46 w 2387758"/>
              <a:gd name="connsiteY2" fmla="*/ 274855 h 467398"/>
              <a:gd name="connsiteX3" fmla="*/ 1200196 w 2387758"/>
              <a:gd name="connsiteY3" fmla="*/ 306605 h 467398"/>
              <a:gd name="connsiteX0" fmla="*/ 1219246 w 2390051"/>
              <a:gd name="connsiteY0" fmla="*/ 249789 h 416932"/>
              <a:gd name="connsiteX1" fmla="*/ 2387646 w 2390051"/>
              <a:gd name="connsiteY1" fmla="*/ 243439 h 416932"/>
              <a:gd name="connsiteX2" fmla="*/ 46 w 2390051"/>
              <a:gd name="connsiteY2" fmla="*/ 224389 h 416932"/>
              <a:gd name="connsiteX3" fmla="*/ 1200196 w 2390051"/>
              <a:gd name="connsiteY3" fmla="*/ 256139 h 416932"/>
              <a:gd name="connsiteX0" fmla="*/ 1251010 w 2421815"/>
              <a:gd name="connsiteY0" fmla="*/ 249789 h 386974"/>
              <a:gd name="connsiteX1" fmla="*/ 2419410 w 2421815"/>
              <a:gd name="connsiteY1" fmla="*/ 243439 h 386974"/>
              <a:gd name="connsiteX2" fmla="*/ 31810 w 2421815"/>
              <a:gd name="connsiteY2" fmla="*/ 224389 h 386974"/>
              <a:gd name="connsiteX3" fmla="*/ 1111310 w 2421815"/>
              <a:gd name="connsiteY3" fmla="*/ 306939 h 386974"/>
              <a:gd name="connsiteX0" fmla="*/ 1220272 w 2391077"/>
              <a:gd name="connsiteY0" fmla="*/ 249789 h 409575"/>
              <a:gd name="connsiteX1" fmla="*/ 2388672 w 2391077"/>
              <a:gd name="connsiteY1" fmla="*/ 243439 h 409575"/>
              <a:gd name="connsiteX2" fmla="*/ 1072 w 2391077"/>
              <a:gd name="connsiteY2" fmla="*/ 224389 h 409575"/>
              <a:gd name="connsiteX3" fmla="*/ 1080572 w 2391077"/>
              <a:gd name="connsiteY3" fmla="*/ 306939 h 409575"/>
              <a:gd name="connsiteX0" fmla="*/ 1220272 w 2391215"/>
              <a:gd name="connsiteY0" fmla="*/ 200430 h 360216"/>
              <a:gd name="connsiteX1" fmla="*/ 2388672 w 2391215"/>
              <a:gd name="connsiteY1" fmla="*/ 194080 h 360216"/>
              <a:gd name="connsiteX2" fmla="*/ 1072 w 2391215"/>
              <a:gd name="connsiteY2" fmla="*/ 175030 h 360216"/>
              <a:gd name="connsiteX3" fmla="*/ 1080572 w 2391215"/>
              <a:gd name="connsiteY3" fmla="*/ 257580 h 36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1215" h="360216">
                <a:moveTo>
                  <a:pt x="1220272" y="200430"/>
                </a:moveTo>
                <a:cubicBezTo>
                  <a:pt x="1718218" y="27921"/>
                  <a:pt x="2439472" y="-144587"/>
                  <a:pt x="2388672" y="194080"/>
                </a:cubicBezTo>
                <a:cubicBezTo>
                  <a:pt x="2337872" y="532747"/>
                  <a:pt x="34938" y="-114953"/>
                  <a:pt x="1072" y="175030"/>
                </a:cubicBezTo>
                <a:cubicBezTo>
                  <a:pt x="-32794" y="465013"/>
                  <a:pt x="745080" y="350713"/>
                  <a:pt x="1080572" y="25758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Parallélogramme 57">
            <a:extLst>
              <a:ext uri="{FF2B5EF4-FFF2-40B4-BE49-F238E27FC236}">
                <a16:creationId xmlns:a16="http://schemas.microsoft.com/office/drawing/2014/main" id="{F7AC0F2B-A781-ABE4-A26F-9DEEA8BB67A9}"/>
              </a:ext>
            </a:extLst>
          </p:cNvPr>
          <p:cNvSpPr/>
          <p:nvPr/>
        </p:nvSpPr>
        <p:spPr>
          <a:xfrm rot="16200000" flipV="1">
            <a:off x="5528112" y="1735076"/>
            <a:ext cx="311550" cy="197740"/>
          </a:xfrm>
          <a:prstGeom prst="parallelogram">
            <a:avLst>
              <a:gd name="adj" fmla="val 65507"/>
            </a:avLst>
          </a:prstGeom>
          <a:noFill/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53DBB6EB-6FBA-21CE-2410-51A8A7F22528}"/>
              </a:ext>
            </a:extLst>
          </p:cNvPr>
          <p:cNvGrpSpPr/>
          <p:nvPr/>
        </p:nvGrpSpPr>
        <p:grpSpPr>
          <a:xfrm>
            <a:off x="5676900" y="1818819"/>
            <a:ext cx="899790" cy="533789"/>
            <a:chOff x="5676900" y="1818819"/>
            <a:chExt cx="899790" cy="533789"/>
          </a:xfrm>
        </p:grpSpPr>
        <p:sp>
          <p:nvSpPr>
            <p:cNvPr id="14" name="Cylindre 13">
              <a:extLst>
                <a:ext uri="{FF2B5EF4-FFF2-40B4-BE49-F238E27FC236}">
                  <a16:creationId xmlns:a16="http://schemas.microsoft.com/office/drawing/2014/main" id="{9302680A-1DF6-9069-0633-07900E63DBF6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3BB8745B-5157-FD85-9060-D8D5E94544CA}"/>
                </a:ext>
              </a:extLst>
            </p:cNvPr>
            <p:cNvGrpSpPr/>
            <p:nvPr/>
          </p:nvGrpSpPr>
          <p:grpSpPr>
            <a:xfrm>
              <a:off x="5676900" y="1818819"/>
              <a:ext cx="899790" cy="533789"/>
              <a:chOff x="5676900" y="1818819"/>
              <a:chExt cx="899790" cy="533789"/>
            </a:xfrm>
          </p:grpSpPr>
          <p:cxnSp>
            <p:nvCxnSpPr>
              <p:cNvPr id="42" name="Connecteur droit 41">
                <a:extLst>
                  <a:ext uri="{FF2B5EF4-FFF2-40B4-BE49-F238E27FC236}">
                    <a16:creationId xmlns:a16="http://schemas.microsoft.com/office/drawing/2014/main" id="{4B42134C-CDFD-DE4F-6599-CF50C5F78B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350277" cy="20366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6" name="Connecteur droit 45">
                <a:extLst>
                  <a:ext uri="{FF2B5EF4-FFF2-40B4-BE49-F238E27FC236}">
                    <a16:creationId xmlns:a16="http://schemas.microsoft.com/office/drawing/2014/main" id="{379676D6-0633-9DE8-FE0D-4B16544D4F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9" name="Connecteur droit 58">
                <a:extLst>
                  <a:ext uri="{FF2B5EF4-FFF2-40B4-BE49-F238E27FC236}">
                    <a16:creationId xmlns:a16="http://schemas.microsoft.com/office/drawing/2014/main" id="{E40D6EA2-2535-4986-3C8B-97D597E2743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24" name="Connecteur droit 1023">
                <a:extLst>
                  <a:ext uri="{FF2B5EF4-FFF2-40B4-BE49-F238E27FC236}">
                    <a16:creationId xmlns:a16="http://schemas.microsoft.com/office/drawing/2014/main" id="{5CA1061C-8C22-0F24-14C5-8A1FA2AA0C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cxnSp>
        <p:nvCxnSpPr>
          <p:cNvPr id="1028" name="Connecteur droit 1027">
            <a:extLst>
              <a:ext uri="{FF2B5EF4-FFF2-40B4-BE49-F238E27FC236}">
                <a16:creationId xmlns:a16="http://schemas.microsoft.com/office/drawing/2014/main" id="{5FC0A729-8C6B-D9A8-67BC-21F060258D49}"/>
              </a:ext>
            </a:extLst>
          </p:cNvPr>
          <p:cNvCxnSpPr>
            <a:cxnSpLocks/>
          </p:cNvCxnSpPr>
          <p:nvPr/>
        </p:nvCxnSpPr>
        <p:spPr>
          <a:xfrm>
            <a:off x="4812587" y="2444603"/>
            <a:ext cx="180000" cy="0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9" name="Connecteur droit 1028">
            <a:extLst>
              <a:ext uri="{FF2B5EF4-FFF2-40B4-BE49-F238E27FC236}">
                <a16:creationId xmlns:a16="http://schemas.microsoft.com/office/drawing/2014/main" id="{6FE9F5A1-8024-313B-E7F7-8066DFEAEB88}"/>
              </a:ext>
            </a:extLst>
          </p:cNvPr>
          <p:cNvCxnSpPr>
            <a:cxnSpLocks/>
          </p:cNvCxnSpPr>
          <p:nvPr/>
        </p:nvCxnSpPr>
        <p:spPr>
          <a:xfrm>
            <a:off x="4812587" y="2955778"/>
            <a:ext cx="180000" cy="0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DCE11A56-2A0B-B4C1-B526-3AACDDA88CA4}"/>
              </a:ext>
            </a:extLst>
          </p:cNvPr>
          <p:cNvCxnSpPr>
            <a:cxnSpLocks/>
          </p:cNvCxnSpPr>
          <p:nvPr/>
        </p:nvCxnSpPr>
        <p:spPr>
          <a:xfrm flipH="1">
            <a:off x="5791151" y="1336613"/>
            <a:ext cx="788749" cy="443431"/>
          </a:xfrm>
          <a:prstGeom prst="line">
            <a:avLst/>
          </a:prstGeom>
          <a:noFill/>
          <a:ln w="28575">
            <a:solidFill>
              <a:srgbClr val="00206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2F4AFDE4-6557-2A98-B8DF-0A347ED9924A}"/>
              </a:ext>
            </a:extLst>
          </p:cNvPr>
          <p:cNvCxnSpPr>
            <a:cxnSpLocks/>
          </p:cNvCxnSpPr>
          <p:nvPr/>
        </p:nvCxnSpPr>
        <p:spPr>
          <a:xfrm flipH="1" flipV="1">
            <a:off x="6559434" y="2343832"/>
            <a:ext cx="642085" cy="373325"/>
          </a:xfrm>
          <a:prstGeom prst="line">
            <a:avLst/>
          </a:prstGeom>
          <a:noFill/>
          <a:ln w="28575">
            <a:solidFill>
              <a:srgbClr val="00206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4E2C999D-8CBE-B2BB-13E1-171C5B6C1AD1}"/>
              </a:ext>
            </a:extLst>
          </p:cNvPr>
          <p:cNvCxnSpPr>
            <a:cxnSpLocks/>
          </p:cNvCxnSpPr>
          <p:nvPr/>
        </p:nvCxnSpPr>
        <p:spPr>
          <a:xfrm flipH="1">
            <a:off x="5668831" y="874856"/>
            <a:ext cx="0" cy="873240"/>
          </a:xfrm>
          <a:prstGeom prst="line">
            <a:avLst/>
          </a:prstGeom>
          <a:noFill/>
          <a:ln w="28575">
            <a:solidFill>
              <a:srgbClr val="00206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3D54BD67-C05E-08C1-ABFF-052E5482921F}"/>
                  </a:ext>
                </a:extLst>
              </p:cNvPr>
              <p:cNvSpPr txBox="1"/>
              <p:nvPr/>
            </p:nvSpPr>
            <p:spPr>
              <a:xfrm>
                <a:off x="6936212" y="2347556"/>
                <a:ext cx="458074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fr-FR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3D54BD67-C05E-08C1-ABFF-052E54829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212" y="2347556"/>
                <a:ext cx="458074" cy="189860"/>
              </a:xfrm>
              <a:prstGeom prst="rect">
                <a:avLst/>
              </a:prstGeom>
              <a:blipFill>
                <a:blip r:embed="rId2"/>
                <a:stretch>
                  <a:fillRect l="-6667" r="-2667" b="-161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3E74BD9-65A0-70E9-43D4-15732A2CEF1D}"/>
                  </a:ext>
                </a:extLst>
              </p:cNvPr>
              <p:cNvSpPr txBox="1"/>
              <p:nvPr/>
            </p:nvSpPr>
            <p:spPr>
              <a:xfrm>
                <a:off x="5510431" y="867810"/>
                <a:ext cx="118879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3E74BD9-65A0-70E9-43D4-15732A2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0431" y="867810"/>
                <a:ext cx="118879" cy="189860"/>
              </a:xfrm>
              <a:prstGeom prst="rect">
                <a:avLst/>
              </a:prstGeom>
              <a:blipFill>
                <a:blip r:embed="rId3"/>
                <a:stretch>
                  <a:fillRect l="-26316" t="-28125" r="-94737" b="-312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35B4A870-7A94-1F94-896E-473C9BD35762}"/>
                  </a:ext>
                </a:extLst>
              </p:cNvPr>
              <p:cNvSpPr txBox="1"/>
              <p:nvPr/>
            </p:nvSpPr>
            <p:spPr>
              <a:xfrm>
                <a:off x="6614091" y="1199479"/>
                <a:ext cx="120481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35B4A870-7A94-1F94-896E-473C9BD35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091" y="1199479"/>
                <a:ext cx="120481" cy="189860"/>
              </a:xfrm>
              <a:prstGeom prst="rect">
                <a:avLst/>
              </a:prstGeom>
              <a:blipFill>
                <a:blip r:embed="rId4"/>
                <a:stretch>
                  <a:fillRect l="-25000" r="-25000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304244AB-DE36-9B9B-2F9C-ACC64CB61005}"/>
              </a:ext>
            </a:extLst>
          </p:cNvPr>
          <p:cNvCxnSpPr>
            <a:cxnSpLocks/>
          </p:cNvCxnSpPr>
          <p:nvPr/>
        </p:nvCxnSpPr>
        <p:spPr>
          <a:xfrm flipH="1">
            <a:off x="7393667" y="1185822"/>
            <a:ext cx="223471" cy="125634"/>
          </a:xfrm>
          <a:prstGeom prst="line">
            <a:avLst/>
          </a:prstGeom>
          <a:noFill/>
          <a:ln w="28575">
            <a:solidFill>
              <a:srgbClr val="C0000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C766C996-DA3F-0C9B-4024-D5DB9C7AA694}"/>
                  </a:ext>
                </a:extLst>
              </p:cNvPr>
              <p:cNvSpPr txBox="1"/>
              <p:nvPr/>
            </p:nvSpPr>
            <p:spPr>
              <a:xfrm>
                <a:off x="7512884" y="1294409"/>
                <a:ext cx="155748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C766C996-DA3F-0C9B-4024-D5DB9C7AA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884" y="1294409"/>
                <a:ext cx="155748" cy="189860"/>
              </a:xfrm>
              <a:prstGeom prst="rect">
                <a:avLst/>
              </a:prstGeom>
              <a:blipFill>
                <a:blip r:embed="rId5"/>
                <a:stretch>
                  <a:fillRect l="-19231" r="-7692" b="-161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29AE6F0-C6B7-F16C-01C7-DEF8A363A286}"/>
              </a:ext>
            </a:extLst>
          </p:cNvPr>
          <p:cNvCxnSpPr>
            <a:cxnSpLocks/>
          </p:cNvCxnSpPr>
          <p:nvPr/>
        </p:nvCxnSpPr>
        <p:spPr>
          <a:xfrm flipH="1" flipV="1">
            <a:off x="8107820" y="960795"/>
            <a:ext cx="689933" cy="37585"/>
          </a:xfrm>
          <a:prstGeom prst="line">
            <a:avLst/>
          </a:prstGeom>
          <a:noFill/>
          <a:ln w="28575">
            <a:solidFill>
              <a:srgbClr val="0070C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9775C662-2B9C-DD25-9EE6-EE5A9393A491}"/>
                  </a:ext>
                </a:extLst>
              </p:cNvPr>
              <p:cNvSpPr txBox="1"/>
              <p:nvPr/>
            </p:nvSpPr>
            <p:spPr>
              <a:xfrm>
                <a:off x="7901890" y="1345713"/>
                <a:ext cx="179087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9775C662-2B9C-DD25-9EE6-EE5A9393A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890" y="1345713"/>
                <a:ext cx="179087" cy="189860"/>
              </a:xfrm>
              <a:prstGeom prst="rect">
                <a:avLst/>
              </a:prstGeom>
              <a:blipFill>
                <a:blip r:embed="rId6"/>
                <a:stretch>
                  <a:fillRect l="-16667" r="-6667" b="-161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B452CCB4-C6D5-BF15-6A34-F632FADAE9E6}"/>
              </a:ext>
            </a:extLst>
          </p:cNvPr>
          <p:cNvCxnSpPr>
            <a:cxnSpLocks/>
          </p:cNvCxnSpPr>
          <p:nvPr/>
        </p:nvCxnSpPr>
        <p:spPr>
          <a:xfrm flipH="1" flipV="1">
            <a:off x="7285667" y="912181"/>
            <a:ext cx="705767" cy="410351"/>
          </a:xfrm>
          <a:prstGeom prst="line">
            <a:avLst/>
          </a:prstGeom>
          <a:noFill/>
          <a:ln w="28575">
            <a:solidFill>
              <a:srgbClr val="002060"/>
            </a:solidFill>
            <a:headEnd type="stealth" w="med" len="lg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940B40BB-571C-4B4D-EC47-052C91436050}"/>
                  </a:ext>
                </a:extLst>
              </p:cNvPr>
              <p:cNvSpPr txBox="1"/>
              <p:nvPr/>
            </p:nvSpPr>
            <p:spPr>
              <a:xfrm>
                <a:off x="8838794" y="867810"/>
                <a:ext cx="182358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32" name="ZoneTexte 31">
                <a:extLst>
                  <a:ext uri="{FF2B5EF4-FFF2-40B4-BE49-F238E27FC236}">
                    <a16:creationId xmlns:a16="http://schemas.microsoft.com/office/drawing/2014/main" id="{940B40BB-571C-4B4D-EC47-052C91436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8794" y="867810"/>
                <a:ext cx="182358" cy="189860"/>
              </a:xfrm>
              <a:prstGeom prst="rect">
                <a:avLst/>
              </a:prstGeom>
              <a:blipFill>
                <a:blip r:embed="rId7"/>
                <a:stretch>
                  <a:fillRect l="-16667" r="-10000" b="-12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E0C24F9-03FC-2623-F20D-24E2E8BAB6DF}"/>
                  </a:ext>
                </a:extLst>
              </p:cNvPr>
              <p:cNvSpPr txBox="1"/>
              <p:nvPr/>
            </p:nvSpPr>
            <p:spPr>
              <a:xfrm>
                <a:off x="4068007" y="1809366"/>
                <a:ext cx="177806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9E0C24F9-03FC-2623-F20D-24E2E8BAB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07" y="1809366"/>
                <a:ext cx="177806" cy="169277"/>
              </a:xfrm>
              <a:prstGeom prst="rect">
                <a:avLst/>
              </a:prstGeom>
              <a:blipFill>
                <a:blip r:embed="rId8"/>
                <a:stretch>
                  <a:fillRect l="-17241" r="-10345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7469D4AE-A36D-9BAA-D675-69925B8FD45B}"/>
                  </a:ext>
                </a:extLst>
              </p:cNvPr>
              <p:cNvSpPr txBox="1"/>
              <p:nvPr/>
            </p:nvSpPr>
            <p:spPr>
              <a:xfrm>
                <a:off x="6376013" y="487123"/>
                <a:ext cx="177806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7469D4AE-A36D-9BAA-D675-69925B8FD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6013" y="487123"/>
                <a:ext cx="177806" cy="169277"/>
              </a:xfrm>
              <a:prstGeom prst="rect">
                <a:avLst/>
              </a:prstGeom>
              <a:blipFill>
                <a:blip r:embed="rId9"/>
                <a:stretch>
                  <a:fillRect l="-17241" r="-10345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7A40E6A1-77D1-4F3F-8E4F-FD4E70B389A0}"/>
                  </a:ext>
                </a:extLst>
              </p:cNvPr>
              <p:cNvSpPr txBox="1"/>
              <p:nvPr/>
            </p:nvSpPr>
            <p:spPr>
              <a:xfrm>
                <a:off x="6377895" y="1974402"/>
                <a:ext cx="17895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7A40E6A1-77D1-4F3F-8E4F-FD4E70B38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7895" y="1974402"/>
                <a:ext cx="178959" cy="169277"/>
              </a:xfrm>
              <a:prstGeom prst="rect">
                <a:avLst/>
              </a:prstGeom>
              <a:blipFill>
                <a:blip r:embed="rId10"/>
                <a:stretch>
                  <a:fillRect l="-16667" r="-6667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325A8200-4D2A-2FC1-9E74-95A34E30B62F}"/>
                  </a:ext>
                </a:extLst>
              </p:cNvPr>
              <p:cNvSpPr txBox="1"/>
              <p:nvPr/>
            </p:nvSpPr>
            <p:spPr>
              <a:xfrm>
                <a:off x="5379928" y="1642602"/>
                <a:ext cx="17895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002060"/>
                  </a:solidFill>
                </a:endParaRPr>
              </a:p>
            </p:txBody>
          </p:sp>
        </mc:Choice>
        <mc:Fallback>
          <p:sp>
            <p:nvSpPr>
              <p:cNvPr id="45" name="ZoneTexte 44">
                <a:extLst>
                  <a:ext uri="{FF2B5EF4-FFF2-40B4-BE49-F238E27FC236}">
                    <a16:creationId xmlns:a16="http://schemas.microsoft.com/office/drawing/2014/main" id="{325A8200-4D2A-2FC1-9E74-95A34E30B6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9928" y="1642602"/>
                <a:ext cx="178959" cy="169277"/>
              </a:xfrm>
              <a:prstGeom prst="rect">
                <a:avLst/>
              </a:prstGeom>
              <a:blipFill>
                <a:blip r:embed="rId11"/>
                <a:stretch>
                  <a:fillRect l="-17241" r="-10345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503EAA80-CA64-01E2-2431-0D6F4219A60A}"/>
              </a:ext>
            </a:extLst>
          </p:cNvPr>
          <p:cNvCxnSpPr>
            <a:cxnSpLocks/>
          </p:cNvCxnSpPr>
          <p:nvPr/>
        </p:nvCxnSpPr>
        <p:spPr>
          <a:xfrm>
            <a:off x="7195169" y="1642602"/>
            <a:ext cx="180000" cy="0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AF16E748-42FB-4BFE-1ECD-7D69336880AC}"/>
              </a:ext>
            </a:extLst>
          </p:cNvPr>
          <p:cNvCxnSpPr>
            <a:cxnSpLocks/>
          </p:cNvCxnSpPr>
          <p:nvPr/>
        </p:nvCxnSpPr>
        <p:spPr>
          <a:xfrm>
            <a:off x="7201519" y="1198592"/>
            <a:ext cx="180000" cy="0"/>
          </a:xfrm>
          <a:prstGeom prst="line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0F446B48-E260-6420-6BA6-4EB2FF481B41}"/>
                  </a:ext>
                </a:extLst>
              </p:cNvPr>
              <p:cNvSpPr txBox="1"/>
              <p:nvPr/>
            </p:nvSpPr>
            <p:spPr>
              <a:xfrm>
                <a:off x="4536152" y="2629342"/>
                <a:ext cx="18126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fr-FR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0F446B48-E260-6420-6BA6-4EB2FF481B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152" y="2629342"/>
                <a:ext cx="181268" cy="169277"/>
              </a:xfrm>
              <a:prstGeom prst="rect">
                <a:avLst/>
              </a:prstGeom>
              <a:blipFill>
                <a:blip r:embed="rId12"/>
                <a:stretch>
                  <a:fillRect l="-16667" r="-6667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746172D4-03E4-8FE1-0D22-BE3C86874BEB}"/>
                  </a:ext>
                </a:extLst>
              </p:cNvPr>
              <p:cNvSpPr txBox="1"/>
              <p:nvPr/>
            </p:nvSpPr>
            <p:spPr>
              <a:xfrm>
                <a:off x="4808746" y="1938778"/>
                <a:ext cx="17389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746172D4-03E4-8FE1-0D22-BE3C86874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8746" y="1938778"/>
                <a:ext cx="173894" cy="169277"/>
              </a:xfrm>
              <a:prstGeom prst="rect">
                <a:avLst/>
              </a:prstGeom>
              <a:blipFill>
                <a:blip r:embed="rId13"/>
                <a:stretch>
                  <a:fillRect l="-17857" r="-14286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ZoneTexte 53">
                <a:extLst>
                  <a:ext uri="{FF2B5EF4-FFF2-40B4-BE49-F238E27FC236}">
                    <a16:creationId xmlns:a16="http://schemas.microsoft.com/office/drawing/2014/main" id="{5DF830D4-97BE-4EF1-36EC-416826F78712}"/>
                  </a:ext>
                </a:extLst>
              </p:cNvPr>
              <p:cNvSpPr txBox="1"/>
              <p:nvPr/>
            </p:nvSpPr>
            <p:spPr>
              <a:xfrm>
                <a:off x="7093649" y="644258"/>
                <a:ext cx="17389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54" name="ZoneTexte 53">
                <a:extLst>
                  <a:ext uri="{FF2B5EF4-FFF2-40B4-BE49-F238E27FC236}">
                    <a16:creationId xmlns:a16="http://schemas.microsoft.com/office/drawing/2014/main" id="{5DF830D4-97BE-4EF1-36EC-416826F78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3649" y="644258"/>
                <a:ext cx="173894" cy="169277"/>
              </a:xfrm>
              <a:prstGeom prst="rect">
                <a:avLst/>
              </a:prstGeom>
              <a:blipFill>
                <a:blip r:embed="rId14"/>
                <a:stretch>
                  <a:fillRect l="-17857" r="-14286" b="-2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ZoneTexte 54">
                <a:extLst>
                  <a:ext uri="{FF2B5EF4-FFF2-40B4-BE49-F238E27FC236}">
                    <a16:creationId xmlns:a16="http://schemas.microsoft.com/office/drawing/2014/main" id="{204BDFD3-66F4-03CF-F1D8-66DC65D3089D}"/>
                  </a:ext>
                </a:extLst>
              </p:cNvPr>
              <p:cNvSpPr txBox="1"/>
              <p:nvPr/>
            </p:nvSpPr>
            <p:spPr>
              <a:xfrm>
                <a:off x="6932201" y="1256971"/>
                <a:ext cx="17710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fr-FR" sz="11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55" name="ZoneTexte 54">
                <a:extLst>
                  <a:ext uri="{FF2B5EF4-FFF2-40B4-BE49-F238E27FC236}">
                    <a16:creationId xmlns:a16="http://schemas.microsoft.com/office/drawing/2014/main" id="{204BDFD3-66F4-03CF-F1D8-66DC65D30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2201" y="1256971"/>
                <a:ext cx="177100" cy="169277"/>
              </a:xfrm>
              <a:prstGeom prst="rect">
                <a:avLst/>
              </a:prstGeom>
              <a:blipFill>
                <a:blip r:embed="rId15"/>
                <a:stretch>
                  <a:fillRect l="-17241" r="-10345" b="-178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D0531FAE-2C42-AC32-EA8E-62DF3B11F7F0}"/>
                  </a:ext>
                </a:extLst>
              </p:cNvPr>
              <p:cNvSpPr txBox="1"/>
              <p:nvPr/>
            </p:nvSpPr>
            <p:spPr>
              <a:xfrm>
                <a:off x="7118227" y="181018"/>
                <a:ext cx="173189" cy="189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1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fr-FR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100" dirty="0"/>
              </a:p>
            </p:txBody>
          </p:sp>
        </mc:Choice>
        <mc:Fallback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D0531FAE-2C42-AC32-EA8E-62DF3B11F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8227" y="181018"/>
                <a:ext cx="173189" cy="189860"/>
              </a:xfrm>
              <a:prstGeom prst="rect">
                <a:avLst/>
              </a:prstGeom>
              <a:blipFill>
                <a:blip r:embed="rId16"/>
                <a:stretch>
                  <a:fillRect l="-17857" r="-10714" b="-161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9" name="Groupe 1038">
            <a:extLst>
              <a:ext uri="{FF2B5EF4-FFF2-40B4-BE49-F238E27FC236}">
                <a16:creationId xmlns:a16="http://schemas.microsoft.com/office/drawing/2014/main" id="{88876035-E0C3-1DAF-4526-B95A4B65F27A}"/>
              </a:ext>
            </a:extLst>
          </p:cNvPr>
          <p:cNvGrpSpPr/>
          <p:nvPr/>
        </p:nvGrpSpPr>
        <p:grpSpPr>
          <a:xfrm>
            <a:off x="509150" y="4628303"/>
            <a:ext cx="1497288" cy="1524235"/>
            <a:chOff x="509150" y="4628303"/>
            <a:chExt cx="1497288" cy="1524235"/>
          </a:xfrm>
        </p:grpSpPr>
        <p:grpSp>
          <p:nvGrpSpPr>
            <p:cNvPr id="1032" name="Groupe 1031">
              <a:extLst>
                <a:ext uri="{FF2B5EF4-FFF2-40B4-BE49-F238E27FC236}">
                  <a16:creationId xmlns:a16="http://schemas.microsoft.com/office/drawing/2014/main" id="{F49CD86B-FCAB-8675-A41A-89963F9C683D}"/>
                </a:ext>
              </a:extLst>
            </p:cNvPr>
            <p:cNvGrpSpPr/>
            <p:nvPr/>
          </p:nvGrpSpPr>
          <p:grpSpPr>
            <a:xfrm rot="20700000">
              <a:off x="945585" y="4791440"/>
              <a:ext cx="720000" cy="720000"/>
              <a:chOff x="1053532" y="4870045"/>
              <a:chExt cx="720000" cy="720000"/>
            </a:xfrm>
          </p:grpSpPr>
          <p:cxnSp>
            <p:nvCxnSpPr>
              <p:cNvPr id="1033" name="Connecteur droit 1032">
                <a:extLst>
                  <a:ext uri="{FF2B5EF4-FFF2-40B4-BE49-F238E27FC236}">
                    <a16:creationId xmlns:a16="http://schemas.microsoft.com/office/drawing/2014/main" id="{2EC6B454-1DF8-E4BF-18A5-DBF530108D3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>
                <a:solidFill>
                  <a:srgbClr val="0070C0"/>
                </a:solidFill>
                <a:headEnd type="stealth" w="med" len="lg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34" name="Connecteur droit 1033">
                <a:extLst>
                  <a:ext uri="{FF2B5EF4-FFF2-40B4-BE49-F238E27FC236}">
                    <a16:creationId xmlns:a16="http://schemas.microsoft.com/office/drawing/2014/main" id="{5B8CFC23-9C15-55A3-FCD2-236E943C6E58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>
                <a:solidFill>
                  <a:srgbClr val="0070C0"/>
                </a:solidFill>
                <a:headEnd type="stealth" w="med" len="lg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1452FC6-B2ED-7F36-AD37-9CC1C84015CF}"/>
                    </a:ext>
                  </a:extLst>
                </p:cNvPr>
                <p:cNvSpPr txBox="1"/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1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1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100" dirty="0"/>
                </a:p>
              </p:txBody>
            </p:sp>
          </mc:Choice>
          <mc:Fallback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1452FC6-B2ED-7F36-AD37-9CC1C84015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7351" y="5492998"/>
                  <a:ext cx="179087" cy="189860"/>
                </a:xfrm>
                <a:prstGeom prst="rect">
                  <a:avLst/>
                </a:prstGeom>
                <a:blipFill>
                  <a:blip r:embed="rId17"/>
                  <a:stretch>
                    <a:fillRect l="-17241" r="-10345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30" name="Groupe 1029">
              <a:extLst>
                <a:ext uri="{FF2B5EF4-FFF2-40B4-BE49-F238E27FC236}">
                  <a16:creationId xmlns:a16="http://schemas.microsoft.com/office/drawing/2014/main" id="{3CC541CE-7A9F-64C3-7AD0-14BB92071420}"/>
                </a:ext>
              </a:extLst>
            </p:cNvPr>
            <p:cNvGrpSpPr/>
            <p:nvPr/>
          </p:nvGrpSpPr>
          <p:grpSpPr>
            <a:xfrm>
              <a:off x="1053532" y="4870045"/>
              <a:ext cx="720000" cy="720000"/>
              <a:chOff x="1053532" y="4870045"/>
              <a:chExt cx="720000" cy="720000"/>
            </a:xfrm>
          </p:grpSpPr>
          <p:cxnSp>
            <p:nvCxnSpPr>
              <p:cNvPr id="61" name="Connecteur droit 60">
                <a:extLst>
                  <a:ext uri="{FF2B5EF4-FFF2-40B4-BE49-F238E27FC236}">
                    <a16:creationId xmlns:a16="http://schemas.microsoft.com/office/drawing/2014/main" id="{3B8B131F-AAE5-A3F0-7755-A7A7383D64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53532" y="5590045"/>
                <a:ext cx="720000" cy="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  <a:headEnd type="stealth" w="med" len="lg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25" name="Connecteur droit 1024">
                <a:extLst>
                  <a:ext uri="{FF2B5EF4-FFF2-40B4-BE49-F238E27FC236}">
                    <a16:creationId xmlns:a16="http://schemas.microsoft.com/office/drawing/2014/main" id="{DA2315CE-CDE0-CED3-2600-30555BE7D7F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4593" y="5230045"/>
                <a:ext cx="720000" cy="0"/>
              </a:xfrm>
              <a:prstGeom prst="line">
                <a:avLst/>
              </a:prstGeom>
              <a:noFill/>
              <a:ln w="19050">
                <a:solidFill>
                  <a:srgbClr val="002060"/>
                </a:solidFill>
                <a:headEnd type="stealth" w="med" len="lg"/>
                <a:tailEnd type="non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26" name="Ellipse 1025">
              <a:extLst>
                <a:ext uri="{FF2B5EF4-FFF2-40B4-BE49-F238E27FC236}">
                  <a16:creationId xmlns:a16="http://schemas.microsoft.com/office/drawing/2014/main" id="{9B7EF6BA-F5DB-B53B-605B-902FA234E650}"/>
                </a:ext>
              </a:extLst>
            </p:cNvPr>
            <p:cNvSpPr/>
            <p:nvPr/>
          </p:nvSpPr>
          <p:spPr>
            <a:xfrm>
              <a:off x="1000774" y="5533928"/>
              <a:ext cx="108000" cy="1080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27" name="Ellipse 1026">
              <a:extLst>
                <a:ext uri="{FF2B5EF4-FFF2-40B4-BE49-F238E27FC236}">
                  <a16:creationId xmlns:a16="http://schemas.microsoft.com/office/drawing/2014/main" id="{FE685A69-31D5-9724-853A-F3C72051485C}"/>
                </a:ext>
              </a:extLst>
            </p:cNvPr>
            <p:cNvSpPr/>
            <p:nvPr/>
          </p:nvSpPr>
          <p:spPr>
            <a:xfrm>
              <a:off x="1036774" y="5569928"/>
              <a:ext cx="36000" cy="36000"/>
            </a:xfrm>
            <a:prstGeom prst="ellipse">
              <a:avLst/>
            </a:prstGeom>
            <a:solidFill>
              <a:srgbClr val="00206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1" name="ZoneTexte 1030">
                  <a:extLst>
                    <a:ext uri="{FF2B5EF4-FFF2-40B4-BE49-F238E27FC236}">
                      <a16:creationId xmlns:a16="http://schemas.microsoft.com/office/drawing/2014/main" id="{D482B216-6518-AB6E-8398-F3B17B7BDAE8}"/>
                    </a:ext>
                  </a:extLst>
                </p:cNvPr>
                <p:cNvSpPr txBox="1"/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1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100" dirty="0"/>
                </a:p>
              </p:txBody>
            </p:sp>
          </mc:Choice>
          <mc:Fallback>
            <p:sp>
              <p:nvSpPr>
                <p:cNvPr id="1031" name="ZoneTexte 1030">
                  <a:extLst>
                    <a:ext uri="{FF2B5EF4-FFF2-40B4-BE49-F238E27FC236}">
                      <a16:creationId xmlns:a16="http://schemas.microsoft.com/office/drawing/2014/main" id="{D482B216-6518-AB6E-8398-F3B17B7BD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988" y="4628303"/>
                  <a:ext cx="155747" cy="189860"/>
                </a:xfrm>
                <a:prstGeom prst="rect">
                  <a:avLst/>
                </a:prstGeom>
                <a:blipFill>
                  <a:blip r:embed="rId18"/>
                  <a:stretch>
                    <a:fillRect l="-19231" r="-7692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5" name="ZoneTexte 1034">
                  <a:extLst>
                    <a:ext uri="{FF2B5EF4-FFF2-40B4-BE49-F238E27FC236}">
                      <a16:creationId xmlns:a16="http://schemas.microsoft.com/office/drawing/2014/main" id="{B42333B2-44E4-8028-99D3-F01FDA51064C}"/>
                    </a:ext>
                  </a:extLst>
                </p:cNvPr>
                <p:cNvSpPr txBox="1"/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1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1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100" dirty="0"/>
                </a:p>
              </p:txBody>
            </p:sp>
          </mc:Choice>
          <mc:Fallback>
            <p:sp>
              <p:nvSpPr>
                <p:cNvPr id="1035" name="ZoneTexte 1034">
                  <a:extLst>
                    <a:ext uri="{FF2B5EF4-FFF2-40B4-BE49-F238E27FC236}">
                      <a16:creationId xmlns:a16="http://schemas.microsoft.com/office/drawing/2014/main" id="{B42333B2-44E4-8028-99D3-F01FDA510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6494" y="5293080"/>
                  <a:ext cx="182358" cy="189860"/>
                </a:xfrm>
                <a:prstGeom prst="rect">
                  <a:avLst/>
                </a:prstGeom>
                <a:blipFill>
                  <a:blip r:embed="rId19"/>
                  <a:stretch>
                    <a:fillRect l="-16667" r="-10000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6" name="ZoneTexte 1035">
                  <a:extLst>
                    <a:ext uri="{FF2B5EF4-FFF2-40B4-BE49-F238E27FC236}">
                      <a16:creationId xmlns:a16="http://schemas.microsoft.com/office/drawing/2014/main" id="{A8BF872A-4E1C-3868-6BEA-2D6972967D57}"/>
                    </a:ext>
                  </a:extLst>
                </p:cNvPr>
                <p:cNvSpPr txBox="1"/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1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fr-FR" sz="11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100" dirty="0"/>
                </a:p>
              </p:txBody>
            </p:sp>
          </mc:Choice>
          <mc:Fallback>
            <p:sp>
              <p:nvSpPr>
                <p:cNvPr id="1036" name="ZoneTexte 1035">
                  <a:extLst>
                    <a:ext uri="{FF2B5EF4-FFF2-40B4-BE49-F238E27FC236}">
                      <a16:creationId xmlns:a16="http://schemas.microsoft.com/office/drawing/2014/main" id="{A8BF872A-4E1C-3868-6BEA-2D6972967D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181" y="4724367"/>
                  <a:ext cx="159018" cy="189860"/>
                </a:xfrm>
                <a:prstGeom prst="rect">
                  <a:avLst/>
                </a:prstGeom>
                <a:blipFill>
                  <a:blip r:embed="rId20"/>
                  <a:stretch>
                    <a:fillRect l="-19231" r="-11538" b="-1612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37" name="Arc 1036">
              <a:extLst>
                <a:ext uri="{FF2B5EF4-FFF2-40B4-BE49-F238E27FC236}">
                  <a16:creationId xmlns:a16="http://schemas.microsoft.com/office/drawing/2014/main" id="{11A2BE10-B8C2-B79C-5874-138DC6A72A6D}"/>
                </a:ext>
              </a:extLst>
            </p:cNvPr>
            <p:cNvSpPr/>
            <p:nvPr/>
          </p:nvSpPr>
          <p:spPr>
            <a:xfrm>
              <a:off x="509150" y="5042440"/>
              <a:ext cx="1110098" cy="1110098"/>
            </a:xfrm>
            <a:prstGeom prst="arc">
              <a:avLst>
                <a:gd name="adj1" fmla="val 20633020"/>
                <a:gd name="adj2" fmla="val 0"/>
              </a:avLst>
            </a:prstGeom>
            <a:noFill/>
            <a:ln w="12700">
              <a:solidFill>
                <a:srgbClr val="002060"/>
              </a:solidFill>
              <a:headEnd type="stealth" w="sm" len="me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8" name="ZoneTexte 1037">
                  <a:extLst>
                    <a:ext uri="{FF2B5EF4-FFF2-40B4-BE49-F238E27FC236}">
                      <a16:creationId xmlns:a16="http://schemas.microsoft.com/office/drawing/2014/main" id="{BABEDA1C-E075-2F71-5686-2227A3EFBE7C}"/>
                    </a:ext>
                  </a:extLst>
                </p:cNvPr>
                <p:cNvSpPr txBox="1"/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fr-FR" sz="11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fr-FR" sz="1100" dirty="0"/>
                </a:p>
              </p:txBody>
            </p:sp>
          </mc:Choice>
          <mc:Fallback>
            <p:sp>
              <p:nvSpPr>
                <p:cNvPr id="1038" name="ZoneTexte 1037">
                  <a:extLst>
                    <a:ext uri="{FF2B5EF4-FFF2-40B4-BE49-F238E27FC236}">
                      <a16:creationId xmlns:a16="http://schemas.microsoft.com/office/drawing/2014/main" id="{BABEDA1C-E075-2F71-5686-2227A3EFBE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3149" y="5172614"/>
                  <a:ext cx="173189" cy="169277"/>
                </a:xfrm>
                <a:prstGeom prst="rect">
                  <a:avLst/>
                </a:prstGeom>
                <a:blipFill>
                  <a:blip r:embed="rId21"/>
                  <a:stretch>
                    <a:fillRect l="-28571" r="-14286" b="-40741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3435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8A478074-C3D4-D1D4-16C4-AF9B2C9A8E82}"/>
              </a:ext>
            </a:extLst>
          </p:cNvPr>
          <p:cNvGrpSpPr/>
          <p:nvPr/>
        </p:nvGrpSpPr>
        <p:grpSpPr>
          <a:xfrm>
            <a:off x="2761828" y="2863227"/>
            <a:ext cx="659580" cy="444655"/>
            <a:chOff x="5676900" y="1818819"/>
            <a:chExt cx="659580" cy="444655"/>
          </a:xfrm>
        </p:grpSpPr>
        <p:sp>
          <p:nvSpPr>
            <p:cNvPr id="7" name="Cylindre 6">
              <a:extLst>
                <a:ext uri="{FF2B5EF4-FFF2-40B4-BE49-F238E27FC236}">
                  <a16:creationId xmlns:a16="http://schemas.microsoft.com/office/drawing/2014/main" id="{1174696C-9924-CF56-E0DE-5CBC9432BAD8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2CF3F547-41DE-A00C-94B0-DEAEF4A035BE}"/>
                </a:ext>
              </a:extLst>
            </p:cNvPr>
            <p:cNvGrpSpPr/>
            <p:nvPr/>
          </p:nvGrpSpPr>
          <p:grpSpPr>
            <a:xfrm>
              <a:off x="5676900" y="1818819"/>
              <a:ext cx="659580" cy="444655"/>
              <a:chOff x="5676900" y="1818819"/>
              <a:chExt cx="659580" cy="444655"/>
            </a:xfrm>
          </p:grpSpPr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8112F1E2-DD62-923A-AE9C-89185E823B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110067" cy="63996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" name="Connecteur droit 9">
                <a:extLst>
                  <a:ext uri="{FF2B5EF4-FFF2-40B4-BE49-F238E27FC236}">
                    <a16:creationId xmlns:a16="http://schemas.microsoft.com/office/drawing/2014/main" id="{00D6FCFB-AD7E-9151-6D1A-B73551B870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42E0F549-60CF-C5B3-2DC0-3A2CEDD0C6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2" name="Connecteur droit 11">
                <a:extLst>
                  <a:ext uri="{FF2B5EF4-FFF2-40B4-BE49-F238E27FC236}">
                    <a16:creationId xmlns:a16="http://schemas.microsoft.com/office/drawing/2014/main" id="{34618F33-35FA-388E-DBBB-8A6728DA68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72BF01C7-E1FD-75C8-0B0A-EF5095B63B79}"/>
              </a:ext>
            </a:extLst>
          </p:cNvPr>
          <p:cNvGrpSpPr/>
          <p:nvPr/>
        </p:nvGrpSpPr>
        <p:grpSpPr>
          <a:xfrm>
            <a:off x="2693957" y="4890949"/>
            <a:ext cx="660879" cy="444655"/>
            <a:chOff x="5676900" y="1818819"/>
            <a:chExt cx="660879" cy="444655"/>
          </a:xfrm>
        </p:grpSpPr>
        <p:sp>
          <p:nvSpPr>
            <p:cNvPr id="14" name="Cylindre 13">
              <a:extLst>
                <a:ext uri="{FF2B5EF4-FFF2-40B4-BE49-F238E27FC236}">
                  <a16:creationId xmlns:a16="http://schemas.microsoft.com/office/drawing/2014/main" id="{B2DAFEB1-0679-7B9F-1268-ED2E9687DB26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AD0FAEE8-A548-67F4-9D52-DC33FC91955E}"/>
                </a:ext>
              </a:extLst>
            </p:cNvPr>
            <p:cNvGrpSpPr/>
            <p:nvPr/>
          </p:nvGrpSpPr>
          <p:grpSpPr>
            <a:xfrm>
              <a:off x="5676900" y="1818819"/>
              <a:ext cx="660879" cy="444655"/>
              <a:chOff x="5676900" y="1818819"/>
              <a:chExt cx="660879" cy="444655"/>
            </a:xfrm>
          </p:grpSpPr>
          <p:cxnSp>
            <p:nvCxnSpPr>
              <p:cNvPr id="16" name="Connecteur droit 15">
                <a:extLst>
                  <a:ext uri="{FF2B5EF4-FFF2-40B4-BE49-F238E27FC236}">
                    <a16:creationId xmlns:a16="http://schemas.microsoft.com/office/drawing/2014/main" id="{79500EE9-CA4B-2597-5344-A137E326FB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111366" cy="64751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" name="Connecteur droit 16">
                <a:extLst>
                  <a:ext uri="{FF2B5EF4-FFF2-40B4-BE49-F238E27FC236}">
                    <a16:creationId xmlns:a16="http://schemas.microsoft.com/office/drawing/2014/main" id="{5A8BCEF6-12DC-FCCD-1488-E92B81D601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A9F4F89A-88B9-3381-2A8E-99366DE61E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4EBCDD72-4638-BAC9-5E2A-7FA0C28E31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A2ADC020-7997-ED16-AFCA-8E4AECE33BF4}"/>
              </a:ext>
            </a:extLst>
          </p:cNvPr>
          <p:cNvCxnSpPr>
            <a:cxnSpLocks/>
            <a:endCxn id="7" idx="2"/>
          </p:cNvCxnSpPr>
          <p:nvPr/>
        </p:nvCxnSpPr>
        <p:spPr>
          <a:xfrm flipH="1">
            <a:off x="3237874" y="2045928"/>
            <a:ext cx="1653709" cy="969151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3AC51D9B-66A8-A3BA-EE6E-02379B840F45}"/>
              </a:ext>
            </a:extLst>
          </p:cNvPr>
          <p:cNvCxnSpPr>
            <a:cxnSpLocks/>
            <a:endCxn id="7" idx="4"/>
          </p:cNvCxnSpPr>
          <p:nvPr/>
        </p:nvCxnSpPr>
        <p:spPr>
          <a:xfrm flipH="1" flipV="1">
            <a:off x="3123982" y="3198613"/>
            <a:ext cx="0" cy="1872000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C90D3402-3447-02F6-919C-80DD8C76CFF5}"/>
              </a:ext>
            </a:extLst>
          </p:cNvPr>
          <p:cNvGrpSpPr/>
          <p:nvPr/>
        </p:nvGrpSpPr>
        <p:grpSpPr>
          <a:xfrm>
            <a:off x="4504643" y="1798997"/>
            <a:ext cx="659580" cy="444655"/>
            <a:chOff x="5676900" y="1818819"/>
            <a:chExt cx="659580" cy="444655"/>
          </a:xfrm>
        </p:grpSpPr>
        <p:sp>
          <p:nvSpPr>
            <p:cNvPr id="42" name="Cylindre 41">
              <a:extLst>
                <a:ext uri="{FF2B5EF4-FFF2-40B4-BE49-F238E27FC236}">
                  <a16:creationId xmlns:a16="http://schemas.microsoft.com/office/drawing/2014/main" id="{905F6CD9-501E-59CF-423E-7A5736797DC1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4B767709-1724-078F-7A41-DFA056C920F5}"/>
                </a:ext>
              </a:extLst>
            </p:cNvPr>
            <p:cNvGrpSpPr/>
            <p:nvPr/>
          </p:nvGrpSpPr>
          <p:grpSpPr>
            <a:xfrm>
              <a:off x="5676900" y="1818819"/>
              <a:ext cx="659580" cy="444655"/>
              <a:chOff x="5676900" y="1818819"/>
              <a:chExt cx="659580" cy="444655"/>
            </a:xfrm>
          </p:grpSpPr>
          <p:cxnSp>
            <p:nvCxnSpPr>
              <p:cNvPr id="44" name="Connecteur droit 43">
                <a:extLst>
                  <a:ext uri="{FF2B5EF4-FFF2-40B4-BE49-F238E27FC236}">
                    <a16:creationId xmlns:a16="http://schemas.microsoft.com/office/drawing/2014/main" id="{85BE2FE9-8A26-25C9-7288-98197B32BE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110067" cy="63996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5" name="Connecteur droit 44">
                <a:extLst>
                  <a:ext uri="{FF2B5EF4-FFF2-40B4-BE49-F238E27FC236}">
                    <a16:creationId xmlns:a16="http://schemas.microsoft.com/office/drawing/2014/main" id="{C923BD7B-CDD1-E398-F00A-5EE35AE7BCC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6" name="Connecteur droit 45">
                <a:extLst>
                  <a:ext uri="{FF2B5EF4-FFF2-40B4-BE49-F238E27FC236}">
                    <a16:creationId xmlns:a16="http://schemas.microsoft.com/office/drawing/2014/main" id="{119169CC-9277-BE84-C406-4A1BA9C80F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7" name="Connecteur droit 46">
                <a:extLst>
                  <a:ext uri="{FF2B5EF4-FFF2-40B4-BE49-F238E27FC236}">
                    <a16:creationId xmlns:a16="http://schemas.microsoft.com/office/drawing/2014/main" id="{F530E18C-D372-3DBA-0903-AA3D258905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FB4E16A3-87BF-11BB-D04B-6F463B140203}"/>
              </a:ext>
            </a:extLst>
          </p:cNvPr>
          <p:cNvGrpSpPr/>
          <p:nvPr/>
        </p:nvGrpSpPr>
        <p:grpSpPr>
          <a:xfrm>
            <a:off x="4504643" y="3842922"/>
            <a:ext cx="659580" cy="444655"/>
            <a:chOff x="5676900" y="1818819"/>
            <a:chExt cx="659580" cy="444655"/>
          </a:xfrm>
        </p:grpSpPr>
        <p:sp>
          <p:nvSpPr>
            <p:cNvPr id="49" name="Cylindre 48">
              <a:extLst>
                <a:ext uri="{FF2B5EF4-FFF2-40B4-BE49-F238E27FC236}">
                  <a16:creationId xmlns:a16="http://schemas.microsoft.com/office/drawing/2014/main" id="{B8269F4D-F171-8EEE-EF3E-78EEFFC198C6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926F389D-07F3-0805-9ED6-3FE57C8C8D36}"/>
                </a:ext>
              </a:extLst>
            </p:cNvPr>
            <p:cNvGrpSpPr/>
            <p:nvPr/>
          </p:nvGrpSpPr>
          <p:grpSpPr>
            <a:xfrm>
              <a:off x="5676900" y="1818819"/>
              <a:ext cx="659580" cy="444655"/>
              <a:chOff x="5676900" y="1818819"/>
              <a:chExt cx="659580" cy="444655"/>
            </a:xfrm>
          </p:grpSpPr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886EF6EF-5354-95E7-7982-3381ED97D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110067" cy="63996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1DC0CC28-5287-D129-5B70-CFCD5FF8B1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2DF249D5-7EC9-AA41-4894-2809E4CA7D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B2B6CFEC-CABE-2C12-DF90-F29402E1BD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noFill/>
              <a:ln w="28575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81BF40A8-A43A-CEA7-85B8-69675EEE3486}"/>
              </a:ext>
            </a:extLst>
          </p:cNvPr>
          <p:cNvCxnSpPr>
            <a:cxnSpLocks/>
          </p:cNvCxnSpPr>
          <p:nvPr/>
        </p:nvCxnSpPr>
        <p:spPr>
          <a:xfrm flipH="1" flipV="1">
            <a:off x="4923743" y="2170846"/>
            <a:ext cx="0" cy="1872000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439D1C1D-1952-0E35-5726-3A70CBE1E773}"/>
              </a:ext>
            </a:extLst>
          </p:cNvPr>
          <p:cNvCxnSpPr>
            <a:cxnSpLocks/>
          </p:cNvCxnSpPr>
          <p:nvPr/>
        </p:nvCxnSpPr>
        <p:spPr>
          <a:xfrm flipH="1">
            <a:off x="3211723" y="4098780"/>
            <a:ext cx="1653709" cy="969151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Ellipse 57">
            <a:extLst>
              <a:ext uri="{FF2B5EF4-FFF2-40B4-BE49-F238E27FC236}">
                <a16:creationId xmlns:a16="http://schemas.microsoft.com/office/drawing/2014/main" id="{501C20AF-D3B1-4782-0E31-060E47D1055C}"/>
              </a:ext>
            </a:extLst>
          </p:cNvPr>
          <p:cNvSpPr/>
          <p:nvPr/>
        </p:nvSpPr>
        <p:spPr>
          <a:xfrm>
            <a:off x="2557439" y="2709833"/>
            <a:ext cx="224593" cy="218355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2EC55828-D8D3-9E33-56C3-4826F304F827}"/>
              </a:ext>
            </a:extLst>
          </p:cNvPr>
          <p:cNvSpPr/>
          <p:nvPr/>
        </p:nvSpPr>
        <p:spPr>
          <a:xfrm>
            <a:off x="2486472" y="4711537"/>
            <a:ext cx="224593" cy="218355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FFBA7405-7228-4350-645B-A6036DD108C3}"/>
              </a:ext>
            </a:extLst>
          </p:cNvPr>
          <p:cNvSpPr/>
          <p:nvPr/>
        </p:nvSpPr>
        <p:spPr>
          <a:xfrm>
            <a:off x="4307684" y="3673126"/>
            <a:ext cx="224593" cy="218355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0B7D52A1-0971-4D30-A344-2D3661A37811}"/>
              </a:ext>
            </a:extLst>
          </p:cNvPr>
          <p:cNvSpPr/>
          <p:nvPr/>
        </p:nvSpPr>
        <p:spPr>
          <a:xfrm>
            <a:off x="4295045" y="1645698"/>
            <a:ext cx="224593" cy="218355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63" name="Parallélogramme 62">
            <a:extLst>
              <a:ext uri="{FF2B5EF4-FFF2-40B4-BE49-F238E27FC236}">
                <a16:creationId xmlns:a16="http://schemas.microsoft.com/office/drawing/2014/main" id="{EFDC5AAA-5C20-29C7-D667-1E94C6F194AB}"/>
              </a:ext>
            </a:extLst>
          </p:cNvPr>
          <p:cNvSpPr/>
          <p:nvPr/>
        </p:nvSpPr>
        <p:spPr>
          <a:xfrm rot="16200000" flipV="1">
            <a:off x="3621361" y="4368199"/>
            <a:ext cx="311550" cy="197740"/>
          </a:xfrm>
          <a:prstGeom prst="parallelogram">
            <a:avLst>
              <a:gd name="adj" fmla="val 65507"/>
            </a:avLst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5A5563C5-3B3D-7169-D125-90061FE8F3FF}"/>
              </a:ext>
            </a:extLst>
          </p:cNvPr>
          <p:cNvCxnSpPr>
            <a:cxnSpLocks/>
          </p:cNvCxnSpPr>
          <p:nvPr/>
        </p:nvCxnSpPr>
        <p:spPr>
          <a:xfrm flipH="1" flipV="1">
            <a:off x="3777136" y="4467069"/>
            <a:ext cx="224593" cy="130584"/>
          </a:xfrm>
          <a:prstGeom prst="lin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804557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8A478074-C3D4-D1D4-16C4-AF9B2C9A8E82}"/>
              </a:ext>
            </a:extLst>
          </p:cNvPr>
          <p:cNvGrpSpPr/>
          <p:nvPr/>
        </p:nvGrpSpPr>
        <p:grpSpPr>
          <a:xfrm>
            <a:off x="6085840" y="4112332"/>
            <a:ext cx="867406" cy="500534"/>
            <a:chOff x="5676900" y="1818819"/>
            <a:chExt cx="867406" cy="500534"/>
          </a:xfrm>
        </p:grpSpPr>
        <p:sp>
          <p:nvSpPr>
            <p:cNvPr id="7" name="Cylindre 6">
              <a:extLst>
                <a:ext uri="{FF2B5EF4-FFF2-40B4-BE49-F238E27FC236}">
                  <a16:creationId xmlns:a16="http://schemas.microsoft.com/office/drawing/2014/main" id="{1174696C-9924-CF56-E0DE-5CBC9432BAD8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2CF3F547-41DE-A00C-94B0-DEAEF4A035BE}"/>
                </a:ext>
              </a:extLst>
            </p:cNvPr>
            <p:cNvGrpSpPr/>
            <p:nvPr/>
          </p:nvGrpSpPr>
          <p:grpSpPr>
            <a:xfrm>
              <a:off x="5676900" y="1818819"/>
              <a:ext cx="867406" cy="500534"/>
              <a:chOff x="5676900" y="1818819"/>
              <a:chExt cx="867406" cy="500534"/>
            </a:xfrm>
          </p:grpSpPr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8112F1E2-DD62-923A-AE9C-89185E823B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317893" cy="170405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0" name="Connecteur droit 9">
                <a:extLst>
                  <a:ext uri="{FF2B5EF4-FFF2-40B4-BE49-F238E27FC236}">
                    <a16:creationId xmlns:a16="http://schemas.microsoft.com/office/drawing/2014/main" id="{00D6FCFB-AD7E-9151-6D1A-B73551B870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76900" y="1818819"/>
                <a:ext cx="224593" cy="130584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42E0F549-60CF-C5B3-2DC0-3A2CEDD0C6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2" name="Connecteur droit 11">
                <a:extLst>
                  <a:ext uri="{FF2B5EF4-FFF2-40B4-BE49-F238E27FC236}">
                    <a16:creationId xmlns:a16="http://schemas.microsoft.com/office/drawing/2014/main" id="{34618F33-35FA-388E-DBBB-8A6728DA68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</p:grpSp>
      </p:grpSp>
      <p:sp>
        <p:nvSpPr>
          <p:cNvPr id="14" name="Cylindre 13">
            <a:extLst>
              <a:ext uri="{FF2B5EF4-FFF2-40B4-BE49-F238E27FC236}">
                <a16:creationId xmlns:a16="http://schemas.microsoft.com/office/drawing/2014/main" id="{B2DAFEB1-0679-7B9F-1268-ED2E9687DB26}"/>
              </a:ext>
            </a:extLst>
          </p:cNvPr>
          <p:cNvSpPr/>
          <p:nvPr/>
        </p:nvSpPr>
        <p:spPr>
          <a:xfrm rot="7309303">
            <a:off x="5344552" y="2711926"/>
            <a:ext cx="216000" cy="432000"/>
          </a:xfrm>
          <a:prstGeom prst="can">
            <a:avLst>
              <a:gd name="adj" fmla="val 52625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AD0FAEE8-A548-67F4-9D52-DC33FC91955E}"/>
              </a:ext>
            </a:extLst>
          </p:cNvPr>
          <p:cNvGrpSpPr/>
          <p:nvPr/>
        </p:nvGrpSpPr>
        <p:grpSpPr>
          <a:xfrm>
            <a:off x="5033452" y="2684307"/>
            <a:ext cx="1769048" cy="1034829"/>
            <a:chOff x="5676900" y="1818819"/>
            <a:chExt cx="1769048" cy="1034829"/>
          </a:xfrm>
        </p:grpSpPr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79500EE9-CA4B-2597-5344-A137E326FBFA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H="1" flipV="1">
              <a:off x="6226413" y="2148948"/>
              <a:ext cx="1219535" cy="70470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5A8BCEF6-12DC-FCCD-1488-E92B81D601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76900" y="1818819"/>
              <a:ext cx="224593" cy="130584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A9F4F89A-88B9-3381-2A8E-99366DE61E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4666" y="2075134"/>
              <a:ext cx="127204" cy="18834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4EBCDD72-4638-BAC9-5E2A-7FA0C28E31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27140" y="1856779"/>
              <a:ext cx="127204" cy="18834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C90D3402-3447-02F6-919C-80DD8C76CFF5}"/>
              </a:ext>
            </a:extLst>
          </p:cNvPr>
          <p:cNvGrpSpPr/>
          <p:nvPr/>
        </p:nvGrpSpPr>
        <p:grpSpPr>
          <a:xfrm>
            <a:off x="5380982" y="3695228"/>
            <a:ext cx="712431" cy="475384"/>
            <a:chOff x="5624049" y="1788090"/>
            <a:chExt cx="712431" cy="475384"/>
          </a:xfrm>
        </p:grpSpPr>
        <p:sp>
          <p:nvSpPr>
            <p:cNvPr id="42" name="Cylindre 41">
              <a:extLst>
                <a:ext uri="{FF2B5EF4-FFF2-40B4-BE49-F238E27FC236}">
                  <a16:creationId xmlns:a16="http://schemas.microsoft.com/office/drawing/2014/main" id="{905F6CD9-501E-59CF-423E-7A5736797DC1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4B767709-1724-078F-7A41-DFA056C920F5}"/>
                </a:ext>
              </a:extLst>
            </p:cNvPr>
            <p:cNvGrpSpPr/>
            <p:nvPr/>
          </p:nvGrpSpPr>
          <p:grpSpPr>
            <a:xfrm>
              <a:off x="5624049" y="1788090"/>
              <a:ext cx="712431" cy="475384"/>
              <a:chOff x="5624049" y="1788090"/>
              <a:chExt cx="712431" cy="475384"/>
            </a:xfrm>
          </p:grpSpPr>
          <p:cxnSp>
            <p:nvCxnSpPr>
              <p:cNvPr id="44" name="Connecteur droit 43">
                <a:extLst>
                  <a:ext uri="{FF2B5EF4-FFF2-40B4-BE49-F238E27FC236}">
                    <a16:creationId xmlns:a16="http://schemas.microsoft.com/office/drawing/2014/main" id="{85BE2FE9-8A26-25C9-7288-98197B32BE9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26413" y="2148948"/>
                <a:ext cx="110067" cy="63996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45" name="Connecteur droit 44">
                <a:extLst>
                  <a:ext uri="{FF2B5EF4-FFF2-40B4-BE49-F238E27FC236}">
                    <a16:creationId xmlns:a16="http://schemas.microsoft.com/office/drawing/2014/main" id="{C923BD7B-CDD1-E398-F00A-5EE35AE7BCC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4049" y="1788090"/>
                <a:ext cx="277444" cy="161313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46" name="Connecteur droit 45">
                <a:extLst>
                  <a:ext uri="{FF2B5EF4-FFF2-40B4-BE49-F238E27FC236}">
                    <a16:creationId xmlns:a16="http://schemas.microsoft.com/office/drawing/2014/main" id="{119169CC-9277-BE84-C406-4A1BA9C80F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47" name="Connecteur droit 46">
                <a:extLst>
                  <a:ext uri="{FF2B5EF4-FFF2-40B4-BE49-F238E27FC236}">
                    <a16:creationId xmlns:a16="http://schemas.microsoft.com/office/drawing/2014/main" id="{F530E18C-D372-3DBA-0903-AA3D258905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</p:grp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FB4E16A3-87BF-11BB-D04B-6F463B140203}"/>
              </a:ext>
            </a:extLst>
          </p:cNvPr>
          <p:cNvGrpSpPr/>
          <p:nvPr/>
        </p:nvGrpSpPr>
        <p:grpSpPr>
          <a:xfrm>
            <a:off x="6717174" y="3627369"/>
            <a:ext cx="494730" cy="406695"/>
            <a:chOff x="5827140" y="1856779"/>
            <a:chExt cx="494730" cy="406695"/>
          </a:xfrm>
        </p:grpSpPr>
        <p:sp>
          <p:nvSpPr>
            <p:cNvPr id="49" name="Cylindre 48">
              <a:extLst>
                <a:ext uri="{FF2B5EF4-FFF2-40B4-BE49-F238E27FC236}">
                  <a16:creationId xmlns:a16="http://schemas.microsoft.com/office/drawing/2014/main" id="{B8269F4D-F171-8EEE-EF3E-78EEFFC198C6}"/>
                </a:ext>
              </a:extLst>
            </p:cNvPr>
            <p:cNvSpPr/>
            <p:nvPr/>
          </p:nvSpPr>
          <p:spPr>
            <a:xfrm rot="7309303">
              <a:off x="5988000" y="1846438"/>
              <a:ext cx="216000" cy="432000"/>
            </a:xfrm>
            <a:prstGeom prst="can">
              <a:avLst>
                <a:gd name="adj" fmla="val 52625"/>
              </a:avLst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926F389D-07F3-0805-9ED6-3FE57C8C8D36}"/>
                </a:ext>
              </a:extLst>
            </p:cNvPr>
            <p:cNvGrpSpPr/>
            <p:nvPr/>
          </p:nvGrpSpPr>
          <p:grpSpPr>
            <a:xfrm>
              <a:off x="5827140" y="1856779"/>
              <a:ext cx="494730" cy="406695"/>
              <a:chOff x="5827140" y="1856779"/>
              <a:chExt cx="494730" cy="406695"/>
            </a:xfrm>
          </p:grpSpPr>
          <p:cxnSp>
            <p:nvCxnSpPr>
              <p:cNvPr id="53" name="Connecteur droit 52">
                <a:extLst>
                  <a:ext uri="{FF2B5EF4-FFF2-40B4-BE49-F238E27FC236}">
                    <a16:creationId xmlns:a16="http://schemas.microsoft.com/office/drawing/2014/main" id="{2DF249D5-7EC9-AA41-4894-2809E4CA7D2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94666" y="2075134"/>
                <a:ext cx="127204" cy="188340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B2B6CFEC-CABE-2C12-DF90-F29402E1BD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140" y="1856779"/>
                <a:ext cx="127204" cy="188340"/>
              </a:xfrm>
              <a:prstGeom prst="line">
                <a:avLst/>
              </a:prstGeom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</p:grpSp>
      </p:grp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439D1C1D-1952-0E35-5726-3A70CBE1E773}"/>
              </a:ext>
            </a:extLst>
          </p:cNvPr>
          <p:cNvCxnSpPr>
            <a:cxnSpLocks/>
          </p:cNvCxnSpPr>
          <p:nvPr/>
        </p:nvCxnSpPr>
        <p:spPr>
          <a:xfrm flipH="1">
            <a:off x="5498802" y="3977248"/>
            <a:ext cx="340884" cy="199774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60" name="Ellipse 59">
            <a:extLst>
              <a:ext uri="{FF2B5EF4-FFF2-40B4-BE49-F238E27FC236}">
                <a16:creationId xmlns:a16="http://schemas.microsoft.com/office/drawing/2014/main" id="{FFBA7405-7228-4350-645B-A6036DD108C3}"/>
              </a:ext>
            </a:extLst>
          </p:cNvPr>
          <p:cNvSpPr/>
          <p:nvPr/>
        </p:nvSpPr>
        <p:spPr>
          <a:xfrm>
            <a:off x="5880688" y="3571799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53C60B0E-8F00-AD0C-4EDB-35EB1BC7A0AA}"/>
              </a:ext>
            </a:extLst>
          </p:cNvPr>
          <p:cNvCxnSpPr>
            <a:cxnSpLocks/>
          </p:cNvCxnSpPr>
          <p:nvPr/>
        </p:nvCxnSpPr>
        <p:spPr>
          <a:xfrm flipH="1">
            <a:off x="6177799" y="4384952"/>
            <a:ext cx="293551" cy="172035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6" name="Parallélogramme 25">
            <a:extLst>
              <a:ext uri="{FF2B5EF4-FFF2-40B4-BE49-F238E27FC236}">
                <a16:creationId xmlns:a16="http://schemas.microsoft.com/office/drawing/2014/main" id="{71F8D9F4-557F-DC87-33D9-4C7DF789AFDE}"/>
              </a:ext>
            </a:extLst>
          </p:cNvPr>
          <p:cNvSpPr/>
          <p:nvPr/>
        </p:nvSpPr>
        <p:spPr>
          <a:xfrm rot="12600000" flipV="1">
            <a:off x="5358211" y="4393960"/>
            <a:ext cx="965674" cy="364196"/>
          </a:xfrm>
          <a:prstGeom prst="parallelogram">
            <a:avLst>
              <a:gd name="adj" fmla="val 56449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969CD62-A227-9E20-0DF2-B55E905E3DF7}"/>
              </a:ext>
            </a:extLst>
          </p:cNvPr>
          <p:cNvSpPr/>
          <p:nvPr/>
        </p:nvSpPr>
        <p:spPr>
          <a:xfrm>
            <a:off x="5779011" y="4510368"/>
            <a:ext cx="75308" cy="133262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b="1" dirty="0">
              <a:solidFill>
                <a:srgbClr val="002060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F4E20E7-8E76-CDC1-6CBB-E27F3D7F5A79}"/>
              </a:ext>
            </a:extLst>
          </p:cNvPr>
          <p:cNvCxnSpPr>
            <a:cxnSpLocks/>
          </p:cNvCxnSpPr>
          <p:nvPr/>
        </p:nvCxnSpPr>
        <p:spPr>
          <a:xfrm flipV="1">
            <a:off x="5388113" y="3017520"/>
            <a:ext cx="0" cy="677708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80D4726D-76D2-CFE0-D5B3-16ED030A9453}"/>
              </a:ext>
            </a:extLst>
          </p:cNvPr>
          <p:cNvCxnSpPr>
            <a:cxnSpLocks/>
          </p:cNvCxnSpPr>
          <p:nvPr/>
        </p:nvCxnSpPr>
        <p:spPr>
          <a:xfrm flipH="1" flipV="1">
            <a:off x="6939248" y="3934955"/>
            <a:ext cx="0" cy="688071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C6441EEF-AA3D-3ACB-C9A1-5629008D65F6}"/>
              </a:ext>
            </a:extLst>
          </p:cNvPr>
          <p:cNvCxnSpPr>
            <a:cxnSpLocks/>
          </p:cNvCxnSpPr>
          <p:nvPr/>
        </p:nvCxnSpPr>
        <p:spPr>
          <a:xfrm flipH="1" flipV="1">
            <a:off x="7121523" y="3924795"/>
            <a:ext cx="260820" cy="151647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ED9D095F-DD07-D664-96C1-FF6429C6AB13}"/>
              </a:ext>
            </a:extLst>
          </p:cNvPr>
          <p:cNvCxnSpPr>
            <a:cxnSpLocks/>
          </p:cNvCxnSpPr>
          <p:nvPr/>
        </p:nvCxnSpPr>
        <p:spPr>
          <a:xfrm>
            <a:off x="5033452" y="1864053"/>
            <a:ext cx="5668" cy="820254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" name="Cylindre 1">
            <a:extLst>
              <a:ext uri="{FF2B5EF4-FFF2-40B4-BE49-F238E27FC236}">
                <a16:creationId xmlns:a16="http://schemas.microsoft.com/office/drawing/2014/main" id="{D74B9C12-F758-966D-CFE9-125E47FAC129}"/>
              </a:ext>
            </a:extLst>
          </p:cNvPr>
          <p:cNvSpPr/>
          <p:nvPr/>
        </p:nvSpPr>
        <p:spPr>
          <a:xfrm rot="7309303">
            <a:off x="4989908" y="1559221"/>
            <a:ext cx="216000" cy="432000"/>
          </a:xfrm>
          <a:prstGeom prst="can">
            <a:avLst>
              <a:gd name="adj" fmla="val 52625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54BAF615-7936-F7B7-A50B-E17547F29FDD}"/>
              </a:ext>
            </a:extLst>
          </p:cNvPr>
          <p:cNvCxnSpPr>
            <a:cxnSpLocks/>
          </p:cNvCxnSpPr>
          <p:nvPr/>
        </p:nvCxnSpPr>
        <p:spPr>
          <a:xfrm>
            <a:off x="7377320" y="3262999"/>
            <a:ext cx="5668" cy="820254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5" name="Cylindre 24">
            <a:extLst>
              <a:ext uri="{FF2B5EF4-FFF2-40B4-BE49-F238E27FC236}">
                <a16:creationId xmlns:a16="http://schemas.microsoft.com/office/drawing/2014/main" id="{92A01305-6F73-527C-84BF-C8556ED1202F}"/>
              </a:ext>
            </a:extLst>
          </p:cNvPr>
          <p:cNvSpPr/>
          <p:nvPr/>
        </p:nvSpPr>
        <p:spPr>
          <a:xfrm rot="7309303">
            <a:off x="7333776" y="2958167"/>
            <a:ext cx="216000" cy="432000"/>
          </a:xfrm>
          <a:prstGeom prst="can">
            <a:avLst>
              <a:gd name="adj" fmla="val 52625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71A8FBC-3F23-07A2-9C77-520B910E5424}"/>
              </a:ext>
            </a:extLst>
          </p:cNvPr>
          <p:cNvCxnSpPr>
            <a:cxnSpLocks/>
          </p:cNvCxnSpPr>
          <p:nvPr/>
        </p:nvCxnSpPr>
        <p:spPr>
          <a:xfrm flipH="1" flipV="1">
            <a:off x="5281442" y="1889113"/>
            <a:ext cx="1976800" cy="1171162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F61997F7-F7A7-7F26-0ED6-BDE8DE580E03}"/>
              </a:ext>
            </a:extLst>
          </p:cNvPr>
          <p:cNvCxnSpPr>
            <a:cxnSpLocks/>
          </p:cNvCxnSpPr>
          <p:nvPr/>
        </p:nvCxnSpPr>
        <p:spPr>
          <a:xfrm flipH="1" flipV="1">
            <a:off x="7564617" y="3259549"/>
            <a:ext cx="194839" cy="115433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656C43F-5FD6-E1B8-8975-ECDCA6B94584}"/>
              </a:ext>
            </a:extLst>
          </p:cNvPr>
          <p:cNvCxnSpPr>
            <a:cxnSpLocks/>
          </p:cNvCxnSpPr>
          <p:nvPr/>
        </p:nvCxnSpPr>
        <p:spPr>
          <a:xfrm flipH="1" flipV="1">
            <a:off x="4715558" y="1550349"/>
            <a:ext cx="194839" cy="115433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4862DD24-F64C-E8F1-AD6A-D602736EF848}"/>
              </a:ext>
            </a:extLst>
          </p:cNvPr>
          <p:cNvCxnSpPr>
            <a:cxnSpLocks/>
          </p:cNvCxnSpPr>
          <p:nvPr/>
        </p:nvCxnSpPr>
        <p:spPr>
          <a:xfrm flipH="1">
            <a:off x="4846795" y="1551528"/>
            <a:ext cx="127204" cy="188340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4EB3F146-6254-9C25-1BE5-04F03C19E8AE}"/>
              </a:ext>
            </a:extLst>
          </p:cNvPr>
          <p:cNvCxnSpPr>
            <a:cxnSpLocks/>
          </p:cNvCxnSpPr>
          <p:nvPr/>
        </p:nvCxnSpPr>
        <p:spPr>
          <a:xfrm flipH="1">
            <a:off x="5196045" y="1780128"/>
            <a:ext cx="127204" cy="188340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6E8960A7-F695-00B6-15F8-5F9019BDBDC0}"/>
              </a:ext>
            </a:extLst>
          </p:cNvPr>
          <p:cNvCxnSpPr>
            <a:cxnSpLocks/>
          </p:cNvCxnSpPr>
          <p:nvPr/>
        </p:nvCxnSpPr>
        <p:spPr>
          <a:xfrm flipH="1">
            <a:off x="7186686" y="2945245"/>
            <a:ext cx="127204" cy="188340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62E01407-260E-A68F-17EA-7CCCB622B465}"/>
              </a:ext>
            </a:extLst>
          </p:cNvPr>
          <p:cNvCxnSpPr>
            <a:cxnSpLocks/>
          </p:cNvCxnSpPr>
          <p:nvPr/>
        </p:nvCxnSpPr>
        <p:spPr>
          <a:xfrm flipH="1">
            <a:off x="7530050" y="3186642"/>
            <a:ext cx="127204" cy="188340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62" name="Parallélogramme 61">
            <a:extLst>
              <a:ext uri="{FF2B5EF4-FFF2-40B4-BE49-F238E27FC236}">
                <a16:creationId xmlns:a16="http://schemas.microsoft.com/office/drawing/2014/main" id="{70B3368D-D71A-E0E2-4EB4-499AC38364B2}"/>
              </a:ext>
            </a:extLst>
          </p:cNvPr>
          <p:cNvSpPr/>
          <p:nvPr/>
        </p:nvSpPr>
        <p:spPr>
          <a:xfrm rot="16200000" flipV="1">
            <a:off x="4559783" y="1451479"/>
            <a:ext cx="311550" cy="197740"/>
          </a:xfrm>
          <a:prstGeom prst="parallelogram">
            <a:avLst>
              <a:gd name="adj" fmla="val 6550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Parallélogramme 65">
            <a:extLst>
              <a:ext uri="{FF2B5EF4-FFF2-40B4-BE49-F238E27FC236}">
                <a16:creationId xmlns:a16="http://schemas.microsoft.com/office/drawing/2014/main" id="{160C211C-5C89-F578-3333-7FF2D182A640}"/>
              </a:ext>
            </a:extLst>
          </p:cNvPr>
          <p:cNvSpPr/>
          <p:nvPr/>
        </p:nvSpPr>
        <p:spPr>
          <a:xfrm rot="16200000" flipV="1">
            <a:off x="7676115" y="3307325"/>
            <a:ext cx="311550" cy="197740"/>
          </a:xfrm>
          <a:prstGeom prst="parallelogram">
            <a:avLst>
              <a:gd name="adj" fmla="val 65507"/>
            </a:avLst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89A3A9E7-91AC-9EA6-2D12-FCA32A7C3C07}"/>
              </a:ext>
            </a:extLst>
          </p:cNvPr>
          <p:cNvSpPr/>
          <p:nvPr/>
        </p:nvSpPr>
        <p:spPr>
          <a:xfrm>
            <a:off x="5428798" y="2524259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M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69" name="Ellipse 68">
            <a:extLst>
              <a:ext uri="{FF2B5EF4-FFF2-40B4-BE49-F238E27FC236}">
                <a16:creationId xmlns:a16="http://schemas.microsoft.com/office/drawing/2014/main" id="{D1843EEB-5EA5-B64A-1E86-E3BAD6B89642}"/>
              </a:ext>
            </a:extLst>
          </p:cNvPr>
          <p:cNvSpPr/>
          <p:nvPr/>
        </p:nvSpPr>
        <p:spPr>
          <a:xfrm>
            <a:off x="6189892" y="2136269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chemeClr val="accent2">
                    <a:lumMod val="75000"/>
                  </a:schemeClr>
                </a:solidFill>
              </a:rPr>
              <a:t>0</a:t>
            </a:r>
            <a:endParaRPr lang="fr-FR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7943723E-2F90-823C-5499-4F280EA6E898}"/>
              </a:ext>
            </a:extLst>
          </p:cNvPr>
          <p:cNvSpPr/>
          <p:nvPr/>
        </p:nvSpPr>
        <p:spPr>
          <a:xfrm>
            <a:off x="7453363" y="3894317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B050"/>
                </a:solidFill>
              </a:rPr>
              <a:t>1</a:t>
            </a:r>
            <a:endParaRPr lang="fr-FR" b="1" dirty="0">
              <a:solidFill>
                <a:srgbClr val="00B050"/>
              </a:solidFill>
            </a:endParaRPr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9DA7AFC2-FCBD-4318-CAF0-7B3E9FFD39E5}"/>
              </a:ext>
            </a:extLst>
          </p:cNvPr>
          <p:cNvSpPr/>
          <p:nvPr/>
        </p:nvSpPr>
        <p:spPr>
          <a:xfrm>
            <a:off x="6979062" y="4556987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2060"/>
                </a:solidFill>
              </a:rPr>
              <a:t>2</a:t>
            </a:r>
            <a:endParaRPr lang="fr-FR" b="1" dirty="0">
              <a:solidFill>
                <a:srgbClr val="002060"/>
              </a:solidFill>
            </a:endParaRPr>
          </a:p>
        </p:txBody>
      </p:sp>
      <p:sp>
        <p:nvSpPr>
          <p:cNvPr id="72" name="Ellipse 71">
            <a:extLst>
              <a:ext uri="{FF2B5EF4-FFF2-40B4-BE49-F238E27FC236}">
                <a16:creationId xmlns:a16="http://schemas.microsoft.com/office/drawing/2014/main" id="{7ED85DE3-F722-68B0-0125-999551EE204E}"/>
              </a:ext>
            </a:extLst>
          </p:cNvPr>
          <p:cNvSpPr/>
          <p:nvPr/>
        </p:nvSpPr>
        <p:spPr>
          <a:xfrm>
            <a:off x="5647675" y="4886432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C00000"/>
                </a:solidFill>
              </a:rPr>
              <a:t>3</a:t>
            </a:r>
            <a:endParaRPr lang="fr-FR" b="1" dirty="0">
              <a:solidFill>
                <a:srgbClr val="C00000"/>
              </a:solidFill>
            </a:endParaRP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0F5D1E4B-2BFE-7EAF-3B94-81DA033DB51F}"/>
              </a:ext>
            </a:extLst>
          </p:cNvPr>
          <p:cNvCxnSpPr>
            <a:cxnSpLocks/>
          </p:cNvCxnSpPr>
          <p:nvPr/>
        </p:nvCxnSpPr>
        <p:spPr>
          <a:xfrm>
            <a:off x="7801334" y="3406195"/>
            <a:ext cx="1122533" cy="649891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0E5B08B6-A0F4-4B9F-1DAC-42BA5C49C781}"/>
              </a:ext>
            </a:extLst>
          </p:cNvPr>
          <p:cNvCxnSpPr>
            <a:cxnSpLocks/>
          </p:cNvCxnSpPr>
          <p:nvPr/>
        </p:nvCxnSpPr>
        <p:spPr>
          <a:xfrm flipV="1">
            <a:off x="7831890" y="2616628"/>
            <a:ext cx="0" cy="83632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62737897-6654-86A7-2F16-D2A5D5717B16}"/>
                  </a:ext>
                </a:extLst>
              </p:cNvPr>
              <p:cNvSpPr txBox="1"/>
              <p:nvPr/>
            </p:nvSpPr>
            <p:spPr>
              <a:xfrm>
                <a:off x="8715681" y="3740428"/>
                <a:ext cx="626532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62737897-6654-86A7-2F16-D2A5D5717B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5681" y="3740428"/>
                <a:ext cx="626532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F280E020-5230-8368-33C9-A4D4D5851212}"/>
                  </a:ext>
                </a:extLst>
              </p:cNvPr>
              <p:cNvSpPr txBox="1"/>
              <p:nvPr/>
            </p:nvSpPr>
            <p:spPr>
              <a:xfrm>
                <a:off x="7714148" y="2451405"/>
                <a:ext cx="626532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F280E020-5230-8368-33C9-A4D4D58512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4148" y="2451405"/>
                <a:ext cx="62653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601B8E5-CDD3-5072-58D7-E2E99B06F1EA}"/>
              </a:ext>
            </a:extLst>
          </p:cNvPr>
          <p:cNvCxnSpPr>
            <a:cxnSpLocks/>
            <a:stCxn id="66" idx="1"/>
          </p:cNvCxnSpPr>
          <p:nvPr/>
        </p:nvCxnSpPr>
        <p:spPr>
          <a:xfrm flipH="1">
            <a:off x="7468139" y="3341428"/>
            <a:ext cx="462621" cy="302849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D00142B-7689-4844-D292-114B065BD22D}"/>
                  </a:ext>
                </a:extLst>
              </p:cNvPr>
              <p:cNvSpPr txBox="1"/>
              <p:nvPr/>
            </p:nvSpPr>
            <p:spPr>
              <a:xfrm>
                <a:off x="7231804" y="3590545"/>
                <a:ext cx="626532" cy="307777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D00142B-7689-4844-D292-114B065BD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1804" y="3590545"/>
                <a:ext cx="626532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5203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3D838-7561-F376-3475-E6BB41E37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Ellipse 107">
            <a:extLst>
              <a:ext uri="{FF2B5EF4-FFF2-40B4-BE49-F238E27FC236}">
                <a16:creationId xmlns:a16="http://schemas.microsoft.com/office/drawing/2014/main" id="{5186FA33-89C6-9061-9D27-FF03DDD6F145}"/>
              </a:ext>
            </a:extLst>
          </p:cNvPr>
          <p:cNvSpPr/>
          <p:nvPr/>
        </p:nvSpPr>
        <p:spPr>
          <a:xfrm>
            <a:off x="5272762" y="2522214"/>
            <a:ext cx="216000" cy="10766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dk1"/>
              </a:solidFill>
            </a:endParaRP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F6BB5DCC-98F2-FB88-F0BB-5D28B4A18177}"/>
              </a:ext>
            </a:extLst>
          </p:cNvPr>
          <p:cNvCxnSpPr>
            <a:cxnSpLocks/>
          </p:cNvCxnSpPr>
          <p:nvPr/>
        </p:nvCxnSpPr>
        <p:spPr>
          <a:xfrm flipH="1" flipV="1">
            <a:off x="4559616" y="1570636"/>
            <a:ext cx="258560" cy="153185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69" name="Ellipse 68">
            <a:extLst>
              <a:ext uri="{FF2B5EF4-FFF2-40B4-BE49-F238E27FC236}">
                <a16:creationId xmlns:a16="http://schemas.microsoft.com/office/drawing/2014/main" id="{E9FAF713-A761-4F58-7034-426D11914CEE}"/>
              </a:ext>
            </a:extLst>
          </p:cNvPr>
          <p:cNvSpPr/>
          <p:nvPr/>
        </p:nvSpPr>
        <p:spPr>
          <a:xfrm>
            <a:off x="6152163" y="2193231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chemeClr val="accent2"/>
                </a:solidFill>
              </a:rPr>
              <a:t>2</a:t>
            </a:r>
            <a:endParaRPr lang="fr-FR" b="1" dirty="0">
              <a:solidFill>
                <a:schemeClr val="accent2"/>
              </a:solidFill>
            </a:endParaRPr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FFA612B3-3833-FB72-4062-E17CC5319956}"/>
              </a:ext>
            </a:extLst>
          </p:cNvPr>
          <p:cNvSpPr/>
          <p:nvPr/>
        </p:nvSpPr>
        <p:spPr>
          <a:xfrm>
            <a:off x="5576533" y="1463264"/>
            <a:ext cx="224593" cy="21835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chemeClr val="accent1"/>
                </a:solidFill>
              </a:rPr>
              <a:t>1</a:t>
            </a:r>
            <a:endParaRPr lang="fr-FR" b="1" dirty="0">
              <a:solidFill>
                <a:schemeClr val="accent1"/>
              </a:solidFill>
            </a:endParaRP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D077EFD0-05CE-E398-736E-155EE0FCF3EC}"/>
              </a:ext>
            </a:extLst>
          </p:cNvPr>
          <p:cNvCxnSpPr>
            <a:cxnSpLocks/>
          </p:cNvCxnSpPr>
          <p:nvPr/>
        </p:nvCxnSpPr>
        <p:spPr>
          <a:xfrm>
            <a:off x="5267665" y="3046941"/>
            <a:ext cx="346068" cy="200356"/>
          </a:xfrm>
          <a:prstGeom prst="straightConnector1">
            <a:avLst/>
          </a:prstGeom>
          <a:ln>
            <a:solidFill>
              <a:srgbClr val="00B050"/>
            </a:solidFill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08C4957C-C48C-AE55-92A0-8BB63857763A}"/>
                  </a:ext>
                </a:extLst>
              </p:cNvPr>
              <p:cNvSpPr txBox="1"/>
              <p:nvPr/>
            </p:nvSpPr>
            <p:spPr>
              <a:xfrm>
                <a:off x="4134524" y="1783442"/>
                <a:ext cx="626532" cy="307777"/>
              </a:xfrm>
              <a:prstGeom prst="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08C4957C-C48C-AE55-92A0-8BB638577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524" y="1783442"/>
                <a:ext cx="626532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F09E8DE5-07F0-AD74-52EC-C8798454E5EF}"/>
              </a:ext>
            </a:extLst>
          </p:cNvPr>
          <p:cNvCxnSpPr>
            <a:cxnSpLocks/>
          </p:cNvCxnSpPr>
          <p:nvPr/>
        </p:nvCxnSpPr>
        <p:spPr>
          <a:xfrm flipH="1">
            <a:off x="4157679" y="2664368"/>
            <a:ext cx="462621" cy="302849"/>
          </a:xfrm>
          <a:prstGeom prst="straightConnector1">
            <a:avLst/>
          </a:prstGeom>
          <a:ln>
            <a:solidFill>
              <a:srgbClr val="00B050"/>
            </a:solidFill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2EFCC95F-6EDC-93A0-1203-332BD9D2F211}"/>
                  </a:ext>
                </a:extLst>
              </p:cNvPr>
              <p:cNvSpPr txBox="1"/>
              <p:nvPr/>
            </p:nvSpPr>
            <p:spPr>
              <a:xfrm>
                <a:off x="5453107" y="3019482"/>
                <a:ext cx="626532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2EFCC95F-6EDC-93A0-1203-332BD9D2F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3107" y="3019482"/>
                <a:ext cx="62653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ylindre 4">
            <a:extLst>
              <a:ext uri="{FF2B5EF4-FFF2-40B4-BE49-F238E27FC236}">
                <a16:creationId xmlns:a16="http://schemas.microsoft.com/office/drawing/2014/main" id="{2B71DABC-B252-FAA3-F55A-9FF4230C779F}"/>
              </a:ext>
            </a:extLst>
          </p:cNvPr>
          <p:cNvSpPr/>
          <p:nvPr/>
        </p:nvSpPr>
        <p:spPr>
          <a:xfrm rot="7309303">
            <a:off x="5843600" y="1056805"/>
            <a:ext cx="216000" cy="432000"/>
          </a:xfrm>
          <a:prstGeom prst="can">
            <a:avLst>
              <a:gd name="adj" fmla="val 52625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114476C1-828A-05ED-A0D7-3AA3726CCC4F}"/>
              </a:ext>
            </a:extLst>
          </p:cNvPr>
          <p:cNvCxnSpPr>
            <a:cxnSpLocks/>
          </p:cNvCxnSpPr>
          <p:nvPr/>
        </p:nvCxnSpPr>
        <p:spPr>
          <a:xfrm flipH="1" flipV="1">
            <a:off x="5498802" y="1022924"/>
            <a:ext cx="266757" cy="158471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A3B76C5-0975-997A-9BCC-4D33317C46B2}"/>
              </a:ext>
            </a:extLst>
          </p:cNvPr>
          <p:cNvCxnSpPr>
            <a:cxnSpLocks/>
          </p:cNvCxnSpPr>
          <p:nvPr/>
        </p:nvCxnSpPr>
        <p:spPr>
          <a:xfrm flipH="1">
            <a:off x="4553266" y="1026093"/>
            <a:ext cx="945536" cy="551420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7A35C953-2D48-F739-1B4A-12767E361B3B}"/>
              </a:ext>
            </a:extLst>
          </p:cNvPr>
          <p:cNvCxnSpPr>
            <a:cxnSpLocks/>
          </p:cNvCxnSpPr>
          <p:nvPr/>
        </p:nvCxnSpPr>
        <p:spPr>
          <a:xfrm flipH="1" flipV="1">
            <a:off x="6070716" y="1348253"/>
            <a:ext cx="1202587" cy="712477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994CBBD0-7812-1BD3-AD35-B82D8530EA8C}"/>
              </a:ext>
            </a:extLst>
          </p:cNvPr>
          <p:cNvCxnSpPr>
            <a:cxnSpLocks/>
          </p:cNvCxnSpPr>
          <p:nvPr/>
        </p:nvCxnSpPr>
        <p:spPr>
          <a:xfrm flipH="1">
            <a:off x="6326641" y="2065640"/>
            <a:ext cx="946662" cy="542745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F09A44CA-75F0-C28A-A728-2A633DE8D97F}"/>
              </a:ext>
            </a:extLst>
          </p:cNvPr>
          <p:cNvCxnSpPr>
            <a:cxnSpLocks/>
            <a:endCxn id="2" idx="2"/>
          </p:cNvCxnSpPr>
          <p:nvPr/>
        </p:nvCxnSpPr>
        <p:spPr>
          <a:xfrm flipH="1">
            <a:off x="5051350" y="1240527"/>
            <a:ext cx="829338" cy="487675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" name="Cylindre 1">
            <a:extLst>
              <a:ext uri="{FF2B5EF4-FFF2-40B4-BE49-F238E27FC236}">
                <a16:creationId xmlns:a16="http://schemas.microsoft.com/office/drawing/2014/main" id="{DFEED0C2-C158-C54A-7D2C-6ECF78671BD4}"/>
              </a:ext>
            </a:extLst>
          </p:cNvPr>
          <p:cNvSpPr/>
          <p:nvPr/>
        </p:nvSpPr>
        <p:spPr>
          <a:xfrm rot="7309303">
            <a:off x="4886404" y="1603969"/>
            <a:ext cx="216000" cy="432000"/>
          </a:xfrm>
          <a:prstGeom prst="can">
            <a:avLst>
              <a:gd name="adj" fmla="val 52625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46E6E7B3-E80E-9420-36BE-240F2A7602C5}"/>
              </a:ext>
            </a:extLst>
          </p:cNvPr>
          <p:cNvCxnSpPr>
            <a:cxnSpLocks/>
          </p:cNvCxnSpPr>
          <p:nvPr/>
        </p:nvCxnSpPr>
        <p:spPr>
          <a:xfrm flipH="1" flipV="1">
            <a:off x="5126598" y="1898864"/>
            <a:ext cx="1202587" cy="712477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79" name="Cylindre 78">
            <a:extLst>
              <a:ext uri="{FF2B5EF4-FFF2-40B4-BE49-F238E27FC236}">
                <a16:creationId xmlns:a16="http://schemas.microsoft.com/office/drawing/2014/main" id="{63E7EE16-49D9-A419-7B72-B7387D913B40}"/>
              </a:ext>
            </a:extLst>
          </p:cNvPr>
          <p:cNvSpPr/>
          <p:nvPr/>
        </p:nvSpPr>
        <p:spPr>
          <a:xfrm>
            <a:off x="5272762" y="2171149"/>
            <a:ext cx="216000" cy="432000"/>
          </a:xfrm>
          <a:prstGeom prst="can">
            <a:avLst>
              <a:gd name="adj" fmla="val 52625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dk1"/>
              </a:solidFill>
            </a:endParaRP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66375B18-FBD2-510D-8233-34EF11863B6C}"/>
              </a:ext>
            </a:extLst>
          </p:cNvPr>
          <p:cNvCxnSpPr>
            <a:cxnSpLocks/>
            <a:stCxn id="79" idx="3"/>
          </p:cNvCxnSpPr>
          <p:nvPr/>
        </p:nvCxnSpPr>
        <p:spPr>
          <a:xfrm>
            <a:off x="5380762" y="2603149"/>
            <a:ext cx="0" cy="177389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105" name="Ellipse 104">
            <a:extLst>
              <a:ext uri="{FF2B5EF4-FFF2-40B4-BE49-F238E27FC236}">
                <a16:creationId xmlns:a16="http://schemas.microsoft.com/office/drawing/2014/main" id="{881FA3C4-9EFA-D6C1-D9EA-ECC0C3056E8A}"/>
              </a:ext>
            </a:extLst>
          </p:cNvPr>
          <p:cNvSpPr/>
          <p:nvPr/>
        </p:nvSpPr>
        <p:spPr>
          <a:xfrm>
            <a:off x="5272762" y="2139399"/>
            <a:ext cx="216000" cy="10766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dk1"/>
              </a:solidFill>
            </a:endParaRPr>
          </a:p>
        </p:txBody>
      </p: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261BC65C-CE51-226A-15DB-75042189A516}"/>
              </a:ext>
            </a:extLst>
          </p:cNvPr>
          <p:cNvCxnSpPr>
            <a:cxnSpLocks/>
          </p:cNvCxnSpPr>
          <p:nvPr/>
        </p:nvCxnSpPr>
        <p:spPr>
          <a:xfrm>
            <a:off x="5380762" y="1530350"/>
            <a:ext cx="0" cy="675727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446E5734-D453-21FA-A8F1-E66BE3DBFEE5}"/>
              </a:ext>
            </a:extLst>
          </p:cNvPr>
          <p:cNvCxnSpPr>
            <a:cxnSpLocks/>
          </p:cNvCxnSpPr>
          <p:nvPr/>
        </p:nvCxnSpPr>
        <p:spPr>
          <a:xfrm flipH="1">
            <a:off x="4995173" y="2407471"/>
            <a:ext cx="340884" cy="199774"/>
          </a:xfrm>
          <a:prstGeom prst="line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6" name="Parallélogramme 25">
            <a:extLst>
              <a:ext uri="{FF2B5EF4-FFF2-40B4-BE49-F238E27FC236}">
                <a16:creationId xmlns:a16="http://schemas.microsoft.com/office/drawing/2014/main" id="{D38BC9CB-E264-63AA-984B-34D4B128B2E8}"/>
              </a:ext>
            </a:extLst>
          </p:cNvPr>
          <p:cNvSpPr/>
          <p:nvPr/>
        </p:nvSpPr>
        <p:spPr>
          <a:xfrm rot="12600000" flipV="1">
            <a:off x="4459588" y="2470751"/>
            <a:ext cx="965674" cy="364196"/>
          </a:xfrm>
          <a:prstGeom prst="parallelogram">
            <a:avLst>
              <a:gd name="adj" fmla="val 56449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0" name="Connecteur droit avec flèche 109">
            <a:extLst>
              <a:ext uri="{FF2B5EF4-FFF2-40B4-BE49-F238E27FC236}">
                <a16:creationId xmlns:a16="http://schemas.microsoft.com/office/drawing/2014/main" id="{9F9C0CCD-7D7C-A5BA-E32B-6A5D520992C8}"/>
              </a:ext>
            </a:extLst>
          </p:cNvPr>
          <p:cNvCxnSpPr>
            <a:cxnSpLocks/>
          </p:cNvCxnSpPr>
          <p:nvPr/>
        </p:nvCxnSpPr>
        <p:spPr>
          <a:xfrm flipV="1">
            <a:off x="4612417" y="1872067"/>
            <a:ext cx="8040" cy="413238"/>
          </a:xfrm>
          <a:prstGeom prst="straightConnector1">
            <a:avLst/>
          </a:prstGeom>
          <a:ln>
            <a:solidFill>
              <a:srgbClr val="00B050"/>
            </a:solidFill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0EEBD0F4-028A-1B61-D07C-4746D9ABCCAE}"/>
                  </a:ext>
                </a:extLst>
              </p:cNvPr>
              <p:cNvSpPr txBox="1"/>
              <p:nvPr/>
            </p:nvSpPr>
            <p:spPr>
              <a:xfrm>
                <a:off x="3611171" y="2839342"/>
                <a:ext cx="626532" cy="307777"/>
              </a:xfrm>
              <a:prstGeom prst="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0EEBD0F4-028A-1B61-D07C-4746D9ABC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171" y="2839342"/>
                <a:ext cx="626532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Ellipse 69">
            <a:extLst>
              <a:ext uri="{FF2B5EF4-FFF2-40B4-BE49-F238E27FC236}">
                <a16:creationId xmlns:a16="http://schemas.microsoft.com/office/drawing/2014/main" id="{F532A7E3-5F3B-A1B4-CFD6-986F05A7163C}"/>
              </a:ext>
            </a:extLst>
          </p:cNvPr>
          <p:cNvSpPr/>
          <p:nvPr/>
        </p:nvSpPr>
        <p:spPr>
          <a:xfrm>
            <a:off x="4709510" y="2426030"/>
            <a:ext cx="224593" cy="218355"/>
          </a:xfrm>
          <a:prstGeom prst="ellips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B050"/>
                </a:solidFill>
              </a:rPr>
              <a:t>0</a:t>
            </a:r>
            <a:endParaRPr lang="fr-FR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6634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BF502-5924-DA34-8951-53DF968C1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Ellipse 107">
            <a:extLst>
              <a:ext uri="{FF2B5EF4-FFF2-40B4-BE49-F238E27FC236}">
                <a16:creationId xmlns:a16="http://schemas.microsoft.com/office/drawing/2014/main" id="{E1166778-84A0-4FC0-8A9D-1C2D37B674C4}"/>
              </a:ext>
            </a:extLst>
          </p:cNvPr>
          <p:cNvSpPr/>
          <p:nvPr/>
        </p:nvSpPr>
        <p:spPr>
          <a:xfrm>
            <a:off x="5272762" y="2522214"/>
            <a:ext cx="216000" cy="10766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dk1"/>
              </a:solidFill>
            </a:endParaRPr>
          </a:p>
        </p:txBody>
      </p:sp>
      <p:sp>
        <p:nvSpPr>
          <p:cNvPr id="69" name="Ellipse 68">
            <a:extLst>
              <a:ext uri="{FF2B5EF4-FFF2-40B4-BE49-F238E27FC236}">
                <a16:creationId xmlns:a16="http://schemas.microsoft.com/office/drawing/2014/main" id="{0DBCD6E4-811D-CE54-D6F6-D58B300A7511}"/>
              </a:ext>
            </a:extLst>
          </p:cNvPr>
          <p:cNvSpPr/>
          <p:nvPr/>
        </p:nvSpPr>
        <p:spPr>
          <a:xfrm>
            <a:off x="6282418" y="1790613"/>
            <a:ext cx="224593" cy="218355"/>
          </a:xfrm>
          <a:prstGeom prst="ellips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chemeClr val="accent2"/>
                </a:solidFill>
              </a:rPr>
              <a:t>2</a:t>
            </a:r>
            <a:endParaRPr lang="fr-FR" b="1" dirty="0">
              <a:solidFill>
                <a:schemeClr val="accent2"/>
              </a:solidFill>
            </a:endParaRPr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95082045-9822-6410-08F4-80A1AF3A8548}"/>
              </a:ext>
            </a:extLst>
          </p:cNvPr>
          <p:cNvSpPr/>
          <p:nvPr/>
        </p:nvSpPr>
        <p:spPr>
          <a:xfrm>
            <a:off x="5131716" y="1760287"/>
            <a:ext cx="224593" cy="21835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chemeClr val="accent1"/>
                </a:solidFill>
              </a:rPr>
              <a:t>1</a:t>
            </a:r>
            <a:endParaRPr lang="fr-FR" b="1" dirty="0">
              <a:solidFill>
                <a:schemeClr val="accent1"/>
              </a:solidFill>
            </a:endParaRPr>
          </a:p>
        </p:txBody>
      </p: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41841D91-77D2-7033-7A36-FA13EE39BC30}"/>
              </a:ext>
            </a:extLst>
          </p:cNvPr>
          <p:cNvCxnSpPr>
            <a:cxnSpLocks/>
          </p:cNvCxnSpPr>
          <p:nvPr/>
        </p:nvCxnSpPr>
        <p:spPr>
          <a:xfrm>
            <a:off x="5267665" y="3046941"/>
            <a:ext cx="346068" cy="200356"/>
          </a:xfrm>
          <a:prstGeom prst="straightConnector1">
            <a:avLst/>
          </a:prstGeom>
          <a:ln>
            <a:solidFill>
              <a:srgbClr val="00B050"/>
            </a:solidFill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94B41661-0050-B626-F21D-A65A9FCEA589}"/>
                  </a:ext>
                </a:extLst>
              </p:cNvPr>
              <p:cNvSpPr txBox="1"/>
              <p:nvPr/>
            </p:nvSpPr>
            <p:spPr>
              <a:xfrm>
                <a:off x="4134524" y="1783442"/>
                <a:ext cx="626532" cy="307777"/>
              </a:xfrm>
              <a:prstGeom prst="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0" name="ZoneTexte 79">
                <a:extLst>
                  <a:ext uri="{FF2B5EF4-FFF2-40B4-BE49-F238E27FC236}">
                    <a16:creationId xmlns:a16="http://schemas.microsoft.com/office/drawing/2014/main" id="{94B41661-0050-B626-F21D-A65A9FCEA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4524" y="1783442"/>
                <a:ext cx="626532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bg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7FD6CBA8-617F-BDB9-59DF-1393611F226F}"/>
              </a:ext>
            </a:extLst>
          </p:cNvPr>
          <p:cNvCxnSpPr>
            <a:cxnSpLocks/>
          </p:cNvCxnSpPr>
          <p:nvPr/>
        </p:nvCxnSpPr>
        <p:spPr>
          <a:xfrm flipH="1">
            <a:off x="4157679" y="2664368"/>
            <a:ext cx="462621" cy="302849"/>
          </a:xfrm>
          <a:prstGeom prst="straightConnector1">
            <a:avLst/>
          </a:prstGeom>
          <a:ln>
            <a:solidFill>
              <a:srgbClr val="00B050"/>
            </a:solidFill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3CC6A1CC-5B54-3852-25B7-C53FFC08702E}"/>
                  </a:ext>
                </a:extLst>
              </p:cNvPr>
              <p:cNvSpPr txBox="1"/>
              <p:nvPr/>
            </p:nvSpPr>
            <p:spPr>
              <a:xfrm>
                <a:off x="5453107" y="3019482"/>
                <a:ext cx="626532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3CC6A1CC-5B54-3852-25B7-C53FFC087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3107" y="3019482"/>
                <a:ext cx="626532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DFEBD139-1DBE-2087-C5BA-830B240E37D0}"/>
              </a:ext>
            </a:extLst>
          </p:cNvPr>
          <p:cNvCxnSpPr>
            <a:cxnSpLocks/>
          </p:cNvCxnSpPr>
          <p:nvPr/>
        </p:nvCxnSpPr>
        <p:spPr>
          <a:xfrm flipH="1" flipV="1">
            <a:off x="4959974" y="1235027"/>
            <a:ext cx="266757" cy="158471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79" name="Cylindre 78">
            <a:extLst>
              <a:ext uri="{FF2B5EF4-FFF2-40B4-BE49-F238E27FC236}">
                <a16:creationId xmlns:a16="http://schemas.microsoft.com/office/drawing/2014/main" id="{68F63CB6-2749-650A-4BB1-0D8EB976270F}"/>
              </a:ext>
            </a:extLst>
          </p:cNvPr>
          <p:cNvSpPr/>
          <p:nvPr/>
        </p:nvSpPr>
        <p:spPr>
          <a:xfrm>
            <a:off x="5272762" y="2171149"/>
            <a:ext cx="216000" cy="432000"/>
          </a:xfrm>
          <a:prstGeom prst="can">
            <a:avLst>
              <a:gd name="adj" fmla="val 52625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dk1"/>
              </a:solidFill>
            </a:endParaRP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06B9128C-BB0B-FA36-0F96-DD46EB630D05}"/>
              </a:ext>
            </a:extLst>
          </p:cNvPr>
          <p:cNvCxnSpPr>
            <a:cxnSpLocks/>
            <a:stCxn id="79" idx="3"/>
          </p:cNvCxnSpPr>
          <p:nvPr/>
        </p:nvCxnSpPr>
        <p:spPr>
          <a:xfrm>
            <a:off x="5380762" y="2603149"/>
            <a:ext cx="0" cy="177389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105" name="Ellipse 104">
            <a:extLst>
              <a:ext uri="{FF2B5EF4-FFF2-40B4-BE49-F238E27FC236}">
                <a16:creationId xmlns:a16="http://schemas.microsoft.com/office/drawing/2014/main" id="{88D33155-869C-90DA-1AD0-3237BD75DF2B}"/>
              </a:ext>
            </a:extLst>
          </p:cNvPr>
          <p:cNvSpPr/>
          <p:nvPr/>
        </p:nvSpPr>
        <p:spPr>
          <a:xfrm>
            <a:off x="5272762" y="2139399"/>
            <a:ext cx="216000" cy="107664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dk1"/>
              </a:solidFill>
            </a:endParaRPr>
          </a:p>
        </p:txBody>
      </p: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3B1DFE10-AB3D-9168-EA51-4763E158792F}"/>
              </a:ext>
            </a:extLst>
          </p:cNvPr>
          <p:cNvCxnSpPr>
            <a:cxnSpLocks/>
          </p:cNvCxnSpPr>
          <p:nvPr/>
        </p:nvCxnSpPr>
        <p:spPr>
          <a:xfrm>
            <a:off x="5380762" y="1614831"/>
            <a:ext cx="0" cy="59124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344ADCD3-A4BF-12AD-E6AF-03626F90E6A8}"/>
              </a:ext>
            </a:extLst>
          </p:cNvPr>
          <p:cNvCxnSpPr>
            <a:cxnSpLocks/>
          </p:cNvCxnSpPr>
          <p:nvPr/>
        </p:nvCxnSpPr>
        <p:spPr>
          <a:xfrm flipH="1">
            <a:off x="4995173" y="2407471"/>
            <a:ext cx="340884" cy="199774"/>
          </a:xfrm>
          <a:prstGeom prst="line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26" name="Parallélogramme 25">
            <a:extLst>
              <a:ext uri="{FF2B5EF4-FFF2-40B4-BE49-F238E27FC236}">
                <a16:creationId xmlns:a16="http://schemas.microsoft.com/office/drawing/2014/main" id="{65520EA5-FAD1-5ACC-F5C0-8F521E556C2E}"/>
              </a:ext>
            </a:extLst>
          </p:cNvPr>
          <p:cNvSpPr/>
          <p:nvPr/>
        </p:nvSpPr>
        <p:spPr>
          <a:xfrm rot="12600000" flipV="1">
            <a:off x="4459588" y="2470751"/>
            <a:ext cx="965674" cy="364196"/>
          </a:xfrm>
          <a:prstGeom prst="parallelogram">
            <a:avLst>
              <a:gd name="adj" fmla="val 56449"/>
            </a:avLst>
          </a:prstGeom>
          <a:solidFill>
            <a:schemeClr val="bg1"/>
          </a:solidFill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0" name="Connecteur droit avec flèche 109">
            <a:extLst>
              <a:ext uri="{FF2B5EF4-FFF2-40B4-BE49-F238E27FC236}">
                <a16:creationId xmlns:a16="http://schemas.microsoft.com/office/drawing/2014/main" id="{6C4FBDBB-B503-F43B-66B2-510071DDAF5D}"/>
              </a:ext>
            </a:extLst>
          </p:cNvPr>
          <p:cNvCxnSpPr>
            <a:cxnSpLocks/>
          </p:cNvCxnSpPr>
          <p:nvPr/>
        </p:nvCxnSpPr>
        <p:spPr>
          <a:xfrm flipV="1">
            <a:off x="4612417" y="1872067"/>
            <a:ext cx="8040" cy="413238"/>
          </a:xfrm>
          <a:prstGeom prst="straightConnector1">
            <a:avLst/>
          </a:prstGeom>
          <a:ln>
            <a:solidFill>
              <a:srgbClr val="00B050"/>
            </a:solidFill>
            <a:tailEnd type="stealth" w="med" len="lg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D9C78160-1714-40A0-4A76-1A4A08182B01}"/>
                  </a:ext>
                </a:extLst>
              </p:cNvPr>
              <p:cNvSpPr txBox="1"/>
              <p:nvPr/>
            </p:nvSpPr>
            <p:spPr>
              <a:xfrm>
                <a:off x="3611171" y="2839342"/>
                <a:ext cx="626532" cy="307777"/>
              </a:xfrm>
              <a:prstGeom prst="rect">
                <a:avLst/>
              </a:prstGeom>
              <a:noFill/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D9C78160-1714-40A0-4A76-1A4A08182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171" y="2839342"/>
                <a:ext cx="626532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Ellipse 69">
            <a:extLst>
              <a:ext uri="{FF2B5EF4-FFF2-40B4-BE49-F238E27FC236}">
                <a16:creationId xmlns:a16="http://schemas.microsoft.com/office/drawing/2014/main" id="{F769A083-03DA-E6CB-B162-E080F79DFD1D}"/>
              </a:ext>
            </a:extLst>
          </p:cNvPr>
          <p:cNvSpPr/>
          <p:nvPr/>
        </p:nvSpPr>
        <p:spPr>
          <a:xfrm>
            <a:off x="4709510" y="2426030"/>
            <a:ext cx="224593" cy="218355"/>
          </a:xfrm>
          <a:prstGeom prst="ellips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100" b="1" dirty="0">
                <a:solidFill>
                  <a:srgbClr val="00B050"/>
                </a:solidFill>
              </a:rPr>
              <a:t>0</a:t>
            </a:r>
            <a:endParaRPr lang="fr-FR" b="1" dirty="0">
              <a:solidFill>
                <a:srgbClr val="00B050"/>
              </a:solidFill>
            </a:endParaRP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A7BD3B00-5C21-2106-1B95-D7D0D2F1F2B9}"/>
              </a:ext>
            </a:extLst>
          </p:cNvPr>
          <p:cNvGrpSpPr/>
          <p:nvPr/>
        </p:nvGrpSpPr>
        <p:grpSpPr>
          <a:xfrm>
            <a:off x="5203710" y="1306872"/>
            <a:ext cx="354103" cy="349396"/>
            <a:chOff x="6929785" y="963131"/>
            <a:chExt cx="354103" cy="349396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D134E223-5FFA-0610-5868-D84AC1F06634}"/>
                </a:ext>
              </a:extLst>
            </p:cNvPr>
            <p:cNvGrpSpPr/>
            <p:nvPr/>
          </p:nvGrpSpPr>
          <p:grpSpPr>
            <a:xfrm>
              <a:off x="7166942" y="1099338"/>
              <a:ext cx="116946" cy="213189"/>
              <a:chOff x="7166942" y="1099338"/>
              <a:chExt cx="116946" cy="213189"/>
            </a:xfrm>
          </p:grpSpPr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EC879929-A07E-5D88-B480-83952B50DA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80712" y="1099338"/>
                <a:ext cx="0" cy="144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6" name="Connecteur droit 5">
                <a:extLst>
                  <a:ext uri="{FF2B5EF4-FFF2-40B4-BE49-F238E27FC236}">
                    <a16:creationId xmlns:a16="http://schemas.microsoft.com/office/drawing/2014/main" id="{78813696-DFDA-A290-4E5C-E982F428CC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69588" y="1168527"/>
                <a:ext cx="0" cy="144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0" name="Connecteur droit 9">
                <a:extLst>
                  <a:ext uri="{FF2B5EF4-FFF2-40B4-BE49-F238E27FC236}">
                    <a16:creationId xmlns:a16="http://schemas.microsoft.com/office/drawing/2014/main" id="{D92B6939-DD77-B9BD-F49E-489196E43B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69588" y="1099700"/>
                <a:ext cx="114300" cy="72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23D50F1E-43D3-2FB6-4627-5223C48CAA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66942" y="1235090"/>
                <a:ext cx="114300" cy="72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</p:grp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E7F03017-8797-C16E-80BF-DBC4957A1176}"/>
                </a:ext>
              </a:extLst>
            </p:cNvPr>
            <p:cNvGrpSpPr/>
            <p:nvPr/>
          </p:nvGrpSpPr>
          <p:grpSpPr>
            <a:xfrm>
              <a:off x="6932960" y="963131"/>
              <a:ext cx="114300" cy="212827"/>
              <a:chOff x="7169588" y="1099700"/>
              <a:chExt cx="114300" cy="212827"/>
            </a:xfrm>
          </p:grpSpPr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6B960BDB-9DC0-770E-900B-A4937F62C7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69588" y="1168527"/>
                <a:ext cx="0" cy="144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  <p:cxnSp>
            <p:nvCxnSpPr>
              <p:cNvPr id="16" name="Connecteur droit 15">
                <a:extLst>
                  <a:ext uri="{FF2B5EF4-FFF2-40B4-BE49-F238E27FC236}">
                    <a16:creationId xmlns:a16="http://schemas.microsoft.com/office/drawing/2014/main" id="{8410EABE-092B-EF8C-9B25-158CF892AF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69588" y="1099700"/>
                <a:ext cx="114300" cy="72000"/>
              </a:xfrm>
              <a:prstGeom prst="line">
                <a:avLst/>
              </a:prstGeom>
              <a:ln>
                <a:solidFill>
                  <a:schemeClr val="accent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cxnSp>
        </p:grp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B0351BFF-358C-AC61-D899-DC6729237C5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29785" y="1172164"/>
              <a:ext cx="236628" cy="12963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ED49DE2-68D9-7FF9-72F0-32F7C2DB2B5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32431" y="1039663"/>
              <a:ext cx="236628" cy="12963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F7A9B3B-D657-94A3-CDB7-B59004849B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43554" y="966743"/>
              <a:ext cx="236628" cy="129639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cxnSp>
      </p:grp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EA5908E7-DC54-835B-EC23-F8DF016D58AE}"/>
              </a:ext>
            </a:extLst>
          </p:cNvPr>
          <p:cNvCxnSpPr>
            <a:cxnSpLocks/>
          </p:cNvCxnSpPr>
          <p:nvPr/>
        </p:nvCxnSpPr>
        <p:spPr>
          <a:xfrm flipH="1" flipV="1">
            <a:off x="5442984" y="1512268"/>
            <a:ext cx="112183" cy="7200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E5093E35-F3FD-EF48-213E-0E0DBC224E0E}"/>
              </a:ext>
            </a:extLst>
          </p:cNvPr>
          <p:cNvCxnSpPr>
            <a:cxnSpLocks/>
          </p:cNvCxnSpPr>
          <p:nvPr/>
        </p:nvCxnSpPr>
        <p:spPr>
          <a:xfrm flipV="1">
            <a:off x="5451624" y="1455472"/>
            <a:ext cx="102483" cy="189593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C35A261B-A943-E294-A644-7C5E21A407AB}"/>
              </a:ext>
            </a:extLst>
          </p:cNvPr>
          <p:cNvCxnSpPr>
            <a:cxnSpLocks/>
          </p:cNvCxnSpPr>
          <p:nvPr/>
        </p:nvCxnSpPr>
        <p:spPr>
          <a:xfrm flipH="1" flipV="1">
            <a:off x="5496872" y="1548806"/>
            <a:ext cx="1202587" cy="712477"/>
          </a:xfrm>
          <a:prstGeom prst="line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3831784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18CA7C2B-DFAA-3B5B-DD49-EF287D62D77F}"/>
              </a:ext>
            </a:extLst>
          </p:cNvPr>
          <p:cNvCxnSpPr>
            <a:cxnSpLocks/>
          </p:cNvCxnSpPr>
          <p:nvPr/>
        </p:nvCxnSpPr>
        <p:spPr>
          <a:xfrm flipV="1">
            <a:off x="1046480" y="1989000"/>
            <a:ext cx="0" cy="1440000"/>
          </a:xfrm>
          <a:prstGeom prst="straightConnector1">
            <a:avLst/>
          </a:prstGeom>
          <a:ln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rapèze 6">
            <a:extLst>
              <a:ext uri="{FF2B5EF4-FFF2-40B4-BE49-F238E27FC236}">
                <a16:creationId xmlns:a16="http://schemas.microsoft.com/office/drawing/2014/main" id="{94A7DBB9-8B87-9DC4-24F3-1CDB08A2F6F4}"/>
              </a:ext>
            </a:extLst>
          </p:cNvPr>
          <p:cNvSpPr/>
          <p:nvPr/>
        </p:nvSpPr>
        <p:spPr>
          <a:xfrm>
            <a:off x="1046478" y="2455332"/>
            <a:ext cx="1968863" cy="973667"/>
          </a:xfrm>
          <a:prstGeom prst="trapezoid">
            <a:avLst>
              <a:gd name="adj" fmla="val 2604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10FB8054-D472-375B-E9B6-9C21F23DBCF2}"/>
              </a:ext>
            </a:extLst>
          </p:cNvPr>
          <p:cNvCxnSpPr>
            <a:cxnSpLocks/>
          </p:cNvCxnSpPr>
          <p:nvPr/>
        </p:nvCxnSpPr>
        <p:spPr>
          <a:xfrm>
            <a:off x="1046480" y="3429000"/>
            <a:ext cx="2175691" cy="0"/>
          </a:xfrm>
          <a:prstGeom prst="straightConnector1">
            <a:avLst/>
          </a:prstGeom>
          <a:ln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2283DFF-C665-FE06-394D-8900BD8D333D}"/>
              </a:ext>
            </a:extLst>
          </p:cNvPr>
          <p:cNvCxnSpPr>
            <a:cxnSpLocks/>
          </p:cNvCxnSpPr>
          <p:nvPr/>
        </p:nvCxnSpPr>
        <p:spPr>
          <a:xfrm flipV="1">
            <a:off x="1300480" y="2455332"/>
            <a:ext cx="0" cy="973668"/>
          </a:xfrm>
          <a:prstGeom prst="straightConnector1">
            <a:avLst/>
          </a:prstGeom>
          <a:ln>
            <a:solidFill>
              <a:srgbClr val="002060"/>
            </a:solidFill>
            <a:prstDash val="dash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0D8FE66D-B1B8-8C6E-A5A0-3B376CC20652}"/>
              </a:ext>
            </a:extLst>
          </p:cNvPr>
          <p:cNvCxnSpPr>
            <a:cxnSpLocks/>
          </p:cNvCxnSpPr>
          <p:nvPr/>
        </p:nvCxnSpPr>
        <p:spPr>
          <a:xfrm flipV="1">
            <a:off x="2758440" y="2455331"/>
            <a:ext cx="0" cy="973668"/>
          </a:xfrm>
          <a:prstGeom prst="straightConnector1">
            <a:avLst/>
          </a:prstGeom>
          <a:ln>
            <a:solidFill>
              <a:srgbClr val="002060"/>
            </a:solidFill>
            <a:prstDash val="dash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4C9C68B8-7E8E-3324-A750-638C726B6CC8}"/>
                  </a:ext>
                </a:extLst>
              </p:cNvPr>
              <p:cNvSpPr txBox="1"/>
              <p:nvPr/>
            </p:nvSpPr>
            <p:spPr>
              <a:xfrm>
                <a:off x="3067384" y="3152000"/>
                <a:ext cx="149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4C9C68B8-7E8E-3324-A750-638C726B6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384" y="3152000"/>
                <a:ext cx="149913" cy="276999"/>
              </a:xfrm>
              <a:prstGeom prst="rect">
                <a:avLst/>
              </a:prstGeom>
              <a:blipFill>
                <a:blip r:embed="rId2"/>
                <a:stretch>
                  <a:fillRect l="-32000" r="-28000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056307E9-BEB6-56E0-261F-21F31E6411CD}"/>
                  </a:ext>
                </a:extLst>
              </p:cNvPr>
              <p:cNvSpPr txBox="1"/>
              <p:nvPr/>
            </p:nvSpPr>
            <p:spPr>
              <a:xfrm>
                <a:off x="626565" y="1989000"/>
                <a:ext cx="36548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056307E9-BEB6-56E0-261F-21F31E641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565" y="1989000"/>
                <a:ext cx="365485" cy="215444"/>
              </a:xfrm>
              <a:prstGeom prst="rect">
                <a:avLst/>
              </a:prstGeom>
              <a:blipFill>
                <a:blip r:embed="rId3"/>
                <a:stretch>
                  <a:fillRect l="-6667" r="-15000" b="-30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BC7F03-45A9-256C-FE9A-4A6FF81CE7B7}"/>
              </a:ext>
            </a:extLst>
          </p:cNvPr>
          <p:cNvCxnSpPr>
            <a:cxnSpLocks/>
          </p:cNvCxnSpPr>
          <p:nvPr/>
        </p:nvCxnSpPr>
        <p:spPr>
          <a:xfrm>
            <a:off x="1041604" y="2455331"/>
            <a:ext cx="258876" cy="0"/>
          </a:xfrm>
          <a:prstGeom prst="straightConnector1">
            <a:avLst/>
          </a:prstGeom>
          <a:ln>
            <a:solidFill>
              <a:srgbClr val="002060"/>
            </a:solidFill>
            <a:prstDash val="dash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457E4AA-CA22-80A7-9E3A-17E4FAD67473}"/>
                  </a:ext>
                </a:extLst>
              </p:cNvPr>
              <p:cNvSpPr txBox="1"/>
              <p:nvPr/>
            </p:nvSpPr>
            <p:spPr>
              <a:xfrm>
                <a:off x="567562" y="2353420"/>
                <a:ext cx="41883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9457E4AA-CA22-80A7-9E3A-17E4FAD674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2" y="2353420"/>
                <a:ext cx="418833" cy="215444"/>
              </a:xfrm>
              <a:prstGeom prst="rect">
                <a:avLst/>
              </a:prstGeom>
              <a:blipFill>
                <a:blip r:embed="rId4"/>
                <a:stretch>
                  <a:fillRect l="-5797" b="-1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0B431CCC-9673-E322-E412-4D3F6DBFD1F0}"/>
                  </a:ext>
                </a:extLst>
              </p:cNvPr>
              <p:cNvSpPr txBox="1"/>
              <p:nvPr/>
            </p:nvSpPr>
            <p:spPr>
              <a:xfrm>
                <a:off x="1207185" y="3486260"/>
                <a:ext cx="18659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0B431CCC-9673-E322-E412-4D3F6DBFD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185" y="3486260"/>
                <a:ext cx="186590" cy="215444"/>
              </a:xfrm>
              <a:prstGeom prst="rect">
                <a:avLst/>
              </a:prstGeom>
              <a:blipFill>
                <a:blip r:embed="rId5"/>
                <a:stretch>
                  <a:fillRect l="-19355" r="-3226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1459487-8D7E-E495-D536-4DF88129027F}"/>
                  </a:ext>
                </a:extLst>
              </p:cNvPr>
              <p:cNvSpPr txBox="1"/>
              <p:nvPr/>
            </p:nvSpPr>
            <p:spPr>
              <a:xfrm>
                <a:off x="2665145" y="3486260"/>
                <a:ext cx="1907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F1459487-8D7E-E495-D536-4DF8812902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145" y="3486260"/>
                <a:ext cx="190758" cy="215444"/>
              </a:xfrm>
              <a:prstGeom prst="rect">
                <a:avLst/>
              </a:prstGeom>
              <a:blipFill>
                <a:blip r:embed="rId6"/>
                <a:stretch>
                  <a:fillRect l="-19355" r="-6452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0BBFA339-6634-C541-ABBD-E3D27FAC7C25}"/>
                  </a:ext>
                </a:extLst>
              </p:cNvPr>
              <p:cNvSpPr txBox="1"/>
              <p:nvPr/>
            </p:nvSpPr>
            <p:spPr>
              <a:xfrm>
                <a:off x="2951582" y="3486260"/>
                <a:ext cx="19075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0BBFA339-6634-C541-ABBD-E3D27FAC7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582" y="3486260"/>
                <a:ext cx="190758" cy="215444"/>
              </a:xfrm>
              <a:prstGeom prst="rect">
                <a:avLst/>
              </a:prstGeom>
              <a:blipFill>
                <a:blip r:embed="rId7"/>
                <a:stretch>
                  <a:fillRect l="-19355" r="-6452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156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riangle rectangle 54">
            <a:extLst>
              <a:ext uri="{FF2B5EF4-FFF2-40B4-BE49-F238E27FC236}">
                <a16:creationId xmlns:a16="http://schemas.microsoft.com/office/drawing/2014/main" id="{FFD5E54C-DDA3-8521-8934-427E87C4C3C5}"/>
              </a:ext>
            </a:extLst>
          </p:cNvPr>
          <p:cNvSpPr/>
          <p:nvPr/>
        </p:nvSpPr>
        <p:spPr>
          <a:xfrm flipH="1">
            <a:off x="2164926" y="2552835"/>
            <a:ext cx="245531" cy="77496"/>
          </a:xfrm>
          <a:prstGeom prst="rtTriangl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 : avec coin arrondi et coin rogné en haut 53">
            <a:extLst>
              <a:ext uri="{FF2B5EF4-FFF2-40B4-BE49-F238E27FC236}">
                <a16:creationId xmlns:a16="http://schemas.microsoft.com/office/drawing/2014/main" id="{8ACF5D38-E701-85DC-54CC-6CABE6CECED7}"/>
              </a:ext>
            </a:extLst>
          </p:cNvPr>
          <p:cNvSpPr/>
          <p:nvPr/>
        </p:nvSpPr>
        <p:spPr>
          <a:xfrm rot="16200000">
            <a:off x="1876670" y="2899871"/>
            <a:ext cx="812727" cy="245529"/>
          </a:xfrm>
          <a:prstGeom prst="snipRoundRect">
            <a:avLst>
              <a:gd name="adj1" fmla="val 0"/>
              <a:gd name="adj2" fmla="val 2192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18CA7C2B-DFAA-3B5B-DD49-EF287D62D77F}"/>
              </a:ext>
            </a:extLst>
          </p:cNvPr>
          <p:cNvCxnSpPr>
            <a:cxnSpLocks/>
          </p:cNvCxnSpPr>
          <p:nvPr/>
        </p:nvCxnSpPr>
        <p:spPr>
          <a:xfrm flipV="1">
            <a:off x="1046480" y="1989000"/>
            <a:ext cx="0" cy="1440000"/>
          </a:xfrm>
          <a:prstGeom prst="straightConnector1">
            <a:avLst/>
          </a:prstGeom>
          <a:ln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10FB8054-D472-375B-E9B6-9C21F23DBCF2}"/>
              </a:ext>
            </a:extLst>
          </p:cNvPr>
          <p:cNvCxnSpPr>
            <a:cxnSpLocks/>
          </p:cNvCxnSpPr>
          <p:nvPr/>
        </p:nvCxnSpPr>
        <p:spPr>
          <a:xfrm>
            <a:off x="1046480" y="3429000"/>
            <a:ext cx="2175691" cy="0"/>
          </a:xfrm>
          <a:prstGeom prst="straightConnector1">
            <a:avLst/>
          </a:prstGeom>
          <a:ln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4C9C68B8-7E8E-3324-A750-638C726B6CC8}"/>
                  </a:ext>
                </a:extLst>
              </p:cNvPr>
              <p:cNvSpPr txBox="1"/>
              <p:nvPr/>
            </p:nvSpPr>
            <p:spPr>
              <a:xfrm>
                <a:off x="3067384" y="3152000"/>
                <a:ext cx="149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4C9C68B8-7E8E-3324-A750-638C726B6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384" y="3152000"/>
                <a:ext cx="149913" cy="276999"/>
              </a:xfrm>
              <a:prstGeom prst="rect">
                <a:avLst/>
              </a:prstGeom>
              <a:blipFill>
                <a:blip r:embed="rId2"/>
                <a:stretch>
                  <a:fillRect l="-32000" r="-28000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056307E9-BEB6-56E0-261F-21F31E6411CD}"/>
                  </a:ext>
                </a:extLst>
              </p:cNvPr>
              <p:cNvSpPr txBox="1"/>
              <p:nvPr/>
            </p:nvSpPr>
            <p:spPr>
              <a:xfrm>
                <a:off x="626565" y="1989000"/>
                <a:ext cx="38151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056307E9-BEB6-56E0-261F-21F31E641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565" y="1989000"/>
                <a:ext cx="381515" cy="215444"/>
              </a:xfrm>
              <a:prstGeom prst="rect">
                <a:avLst/>
              </a:prstGeom>
              <a:blipFill>
                <a:blip r:embed="rId3"/>
                <a:stretch>
                  <a:fillRect l="-14516" r="-14516" b="-30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854D29DE-07AE-54C5-6A09-E9D689E08591}"/>
              </a:ext>
            </a:extLst>
          </p:cNvPr>
          <p:cNvCxnSpPr>
            <a:cxnSpLocks/>
            <a:stCxn id="36" idx="4"/>
          </p:cNvCxnSpPr>
          <p:nvPr/>
        </p:nvCxnSpPr>
        <p:spPr>
          <a:xfrm flipH="1">
            <a:off x="2839654" y="2427407"/>
            <a:ext cx="0" cy="1001592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EF89BA12-3F57-66FC-435A-9790022B0118}"/>
              </a:ext>
            </a:extLst>
          </p:cNvPr>
          <p:cNvSpPr/>
          <p:nvPr/>
        </p:nvSpPr>
        <p:spPr>
          <a:xfrm>
            <a:off x="1046480" y="2382700"/>
            <a:ext cx="1800000" cy="330200"/>
          </a:xfrm>
          <a:custGeom>
            <a:avLst/>
            <a:gdLst>
              <a:gd name="connsiteX0" fmla="*/ 0 w 1744134"/>
              <a:gd name="connsiteY0" fmla="*/ 636515 h 636515"/>
              <a:gd name="connsiteX1" fmla="*/ 474134 w 1744134"/>
              <a:gd name="connsiteY1" fmla="*/ 1515 h 636515"/>
              <a:gd name="connsiteX2" fmla="*/ 1083734 w 1744134"/>
              <a:gd name="connsiteY2" fmla="*/ 450248 h 636515"/>
              <a:gd name="connsiteX3" fmla="*/ 1557867 w 1744134"/>
              <a:gd name="connsiteY3" fmla="*/ 145448 h 636515"/>
              <a:gd name="connsiteX4" fmla="*/ 1744134 w 1744134"/>
              <a:gd name="connsiteY4" fmla="*/ 86181 h 636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4134" h="636515">
                <a:moveTo>
                  <a:pt x="0" y="636515"/>
                </a:moveTo>
                <a:cubicBezTo>
                  <a:pt x="146756" y="334537"/>
                  <a:pt x="293512" y="32559"/>
                  <a:pt x="474134" y="1515"/>
                </a:cubicBezTo>
                <a:cubicBezTo>
                  <a:pt x="654756" y="-29529"/>
                  <a:pt x="903112" y="426259"/>
                  <a:pt x="1083734" y="450248"/>
                </a:cubicBezTo>
                <a:cubicBezTo>
                  <a:pt x="1264356" y="474237"/>
                  <a:pt x="1447800" y="206126"/>
                  <a:pt x="1557867" y="145448"/>
                </a:cubicBezTo>
                <a:cubicBezTo>
                  <a:pt x="1667934" y="84770"/>
                  <a:pt x="1706034" y="85475"/>
                  <a:pt x="1744134" y="86181"/>
                </a:cubicBezTo>
              </a:path>
            </a:pathLst>
          </a:cu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A69997A-B4BB-3B9D-DB19-174F220F569A}"/>
              </a:ext>
            </a:extLst>
          </p:cNvPr>
          <p:cNvCxnSpPr>
            <a:cxnSpLocks/>
            <a:stCxn id="36" idx="2"/>
          </p:cNvCxnSpPr>
          <p:nvPr/>
        </p:nvCxnSpPr>
        <p:spPr>
          <a:xfrm>
            <a:off x="2164927" y="2616272"/>
            <a:ext cx="0" cy="821195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684AEDFB-01B1-6FBF-D4E9-4FDA71819579}"/>
                  </a:ext>
                </a:extLst>
              </p:cNvPr>
              <p:cNvSpPr txBox="1"/>
              <p:nvPr/>
            </p:nvSpPr>
            <p:spPr>
              <a:xfrm>
                <a:off x="1976128" y="3484600"/>
                <a:ext cx="19781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684AEDFB-01B1-6FBF-D4E9-4FDA71819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128" y="3484600"/>
                <a:ext cx="197810" cy="215444"/>
              </a:xfrm>
              <a:prstGeom prst="rect">
                <a:avLst/>
              </a:prstGeom>
              <a:blipFill>
                <a:blip r:embed="rId4"/>
                <a:stretch>
                  <a:fillRect l="-18182" r="-6061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594B3595-E03C-3700-8DE2-33B9C8A8992E}"/>
                  </a:ext>
                </a:extLst>
              </p:cNvPr>
              <p:cNvSpPr txBox="1"/>
              <p:nvPr/>
            </p:nvSpPr>
            <p:spPr>
              <a:xfrm>
                <a:off x="1220235" y="2703543"/>
                <a:ext cx="749179" cy="6466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594B3595-E03C-3700-8DE2-33B9C8A89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0235" y="2703543"/>
                <a:ext cx="749179" cy="6466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38648722-E4E7-761D-FE10-FB469EEA76E1}"/>
              </a:ext>
            </a:extLst>
          </p:cNvPr>
          <p:cNvCxnSpPr>
            <a:cxnSpLocks/>
          </p:cNvCxnSpPr>
          <p:nvPr/>
        </p:nvCxnSpPr>
        <p:spPr>
          <a:xfrm>
            <a:off x="2410461" y="2556267"/>
            <a:ext cx="0" cy="881199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9070E307-F1B0-C942-09C8-9E3A44190137}"/>
              </a:ext>
            </a:extLst>
          </p:cNvPr>
          <p:cNvCxnSpPr>
            <a:cxnSpLocks/>
          </p:cNvCxnSpPr>
          <p:nvPr/>
        </p:nvCxnSpPr>
        <p:spPr>
          <a:xfrm>
            <a:off x="2302368" y="3256088"/>
            <a:ext cx="651152" cy="676022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A321FB9D-99FD-0066-73F2-D63B9B301AA1}"/>
                  </a:ext>
                </a:extLst>
              </p:cNvPr>
              <p:cNvSpPr txBox="1"/>
              <p:nvPr/>
            </p:nvSpPr>
            <p:spPr>
              <a:xfrm>
                <a:off x="2311556" y="3484600"/>
                <a:ext cx="36772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A321FB9D-99FD-0066-73F2-D63B9B301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556" y="3484600"/>
                <a:ext cx="367729" cy="215444"/>
              </a:xfrm>
              <a:prstGeom prst="rect">
                <a:avLst/>
              </a:prstGeom>
              <a:blipFill>
                <a:blip r:embed="rId6"/>
                <a:stretch>
                  <a:fillRect l="-9836" r="-1639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541CD644-1E76-4539-0503-49942037516E}"/>
                  </a:ext>
                </a:extLst>
              </p:cNvPr>
              <p:cNvSpPr txBox="1"/>
              <p:nvPr/>
            </p:nvSpPr>
            <p:spPr>
              <a:xfrm>
                <a:off x="2410461" y="2164479"/>
                <a:ext cx="62138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541CD644-1E76-4539-0503-499420375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0461" y="2164479"/>
                <a:ext cx="621389" cy="215444"/>
              </a:xfrm>
              <a:prstGeom prst="rect">
                <a:avLst/>
              </a:prstGeom>
              <a:blipFill>
                <a:blip r:embed="rId7"/>
                <a:stretch>
                  <a:fillRect l="-8824" b="-3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408182C4-13A6-E951-B35B-8261278FF6C0}"/>
                  </a:ext>
                </a:extLst>
              </p:cNvPr>
              <p:cNvSpPr txBox="1"/>
              <p:nvPr/>
            </p:nvSpPr>
            <p:spPr>
              <a:xfrm>
                <a:off x="1809285" y="2247179"/>
                <a:ext cx="45146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408182C4-13A6-E951-B35B-8261278FF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9285" y="2247179"/>
                <a:ext cx="451469" cy="215444"/>
              </a:xfrm>
              <a:prstGeom prst="rect">
                <a:avLst/>
              </a:prstGeom>
              <a:blipFill>
                <a:blip r:embed="rId8"/>
                <a:stretch>
                  <a:fillRect l="-13514" b="-3142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765A5CD-ED12-2FFE-F9D2-6EBDC4AFA3E8}"/>
                  </a:ext>
                </a:extLst>
              </p:cNvPr>
              <p:cNvSpPr txBox="1"/>
              <p:nvPr/>
            </p:nvSpPr>
            <p:spPr>
              <a:xfrm>
                <a:off x="3090960" y="3746170"/>
                <a:ext cx="3561295" cy="6737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p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≃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765A5CD-ED12-2FFE-F9D2-6EBDC4AFA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0960" y="3746170"/>
                <a:ext cx="3561295" cy="6737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Trapèze 52">
            <a:extLst>
              <a:ext uri="{FF2B5EF4-FFF2-40B4-BE49-F238E27FC236}">
                <a16:creationId xmlns:a16="http://schemas.microsoft.com/office/drawing/2014/main" id="{F09634BB-9CBA-FB01-D468-B7D092645A28}"/>
              </a:ext>
            </a:extLst>
          </p:cNvPr>
          <p:cNvSpPr/>
          <p:nvPr/>
        </p:nvSpPr>
        <p:spPr>
          <a:xfrm>
            <a:off x="5572273" y="2282421"/>
            <a:ext cx="1968863" cy="973667"/>
          </a:xfrm>
          <a:prstGeom prst="trapezoid">
            <a:avLst>
              <a:gd name="adj" fmla="val 2604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24267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riangle rectangle 54">
            <a:extLst>
              <a:ext uri="{FF2B5EF4-FFF2-40B4-BE49-F238E27FC236}">
                <a16:creationId xmlns:a16="http://schemas.microsoft.com/office/drawing/2014/main" id="{FFD5E54C-DDA3-8521-8934-427E87C4C3C5}"/>
              </a:ext>
            </a:extLst>
          </p:cNvPr>
          <p:cNvSpPr/>
          <p:nvPr/>
        </p:nvSpPr>
        <p:spPr>
          <a:xfrm flipH="1">
            <a:off x="2164926" y="2552835"/>
            <a:ext cx="245531" cy="77496"/>
          </a:xfrm>
          <a:prstGeom prst="rtTriangl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 : avec coin arrondi et coin rogné en haut 53">
            <a:extLst>
              <a:ext uri="{FF2B5EF4-FFF2-40B4-BE49-F238E27FC236}">
                <a16:creationId xmlns:a16="http://schemas.microsoft.com/office/drawing/2014/main" id="{8ACF5D38-E701-85DC-54CC-6CABE6CECED7}"/>
              </a:ext>
            </a:extLst>
          </p:cNvPr>
          <p:cNvSpPr/>
          <p:nvPr/>
        </p:nvSpPr>
        <p:spPr>
          <a:xfrm rot="16200000">
            <a:off x="1876670" y="2899871"/>
            <a:ext cx="812727" cy="245529"/>
          </a:xfrm>
          <a:prstGeom prst="snipRoundRect">
            <a:avLst>
              <a:gd name="adj1" fmla="val 0"/>
              <a:gd name="adj2" fmla="val 2192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18CA7C2B-DFAA-3B5B-DD49-EF287D62D77F}"/>
              </a:ext>
            </a:extLst>
          </p:cNvPr>
          <p:cNvCxnSpPr>
            <a:cxnSpLocks/>
          </p:cNvCxnSpPr>
          <p:nvPr/>
        </p:nvCxnSpPr>
        <p:spPr>
          <a:xfrm flipV="1">
            <a:off x="1046480" y="1989000"/>
            <a:ext cx="0" cy="1440000"/>
          </a:xfrm>
          <a:prstGeom prst="straightConnector1">
            <a:avLst/>
          </a:prstGeom>
          <a:ln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10FB8054-D472-375B-E9B6-9C21F23DBCF2}"/>
              </a:ext>
            </a:extLst>
          </p:cNvPr>
          <p:cNvCxnSpPr>
            <a:cxnSpLocks/>
          </p:cNvCxnSpPr>
          <p:nvPr/>
        </p:nvCxnSpPr>
        <p:spPr>
          <a:xfrm>
            <a:off x="1046480" y="3429000"/>
            <a:ext cx="2175691" cy="0"/>
          </a:xfrm>
          <a:prstGeom prst="straightConnector1">
            <a:avLst/>
          </a:prstGeom>
          <a:ln>
            <a:solidFill>
              <a:srgbClr val="00206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4C9C68B8-7E8E-3324-A750-638C726B6CC8}"/>
                  </a:ext>
                </a:extLst>
              </p:cNvPr>
              <p:cNvSpPr txBox="1"/>
              <p:nvPr/>
            </p:nvSpPr>
            <p:spPr>
              <a:xfrm>
                <a:off x="3067384" y="3152000"/>
                <a:ext cx="149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4C9C68B8-7E8E-3324-A750-638C726B6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7384" y="3152000"/>
                <a:ext cx="149913" cy="276999"/>
              </a:xfrm>
              <a:prstGeom prst="rect">
                <a:avLst/>
              </a:prstGeom>
              <a:blipFill>
                <a:blip r:embed="rId2"/>
                <a:stretch>
                  <a:fillRect l="-32000" r="-28000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056307E9-BEB6-56E0-261F-21F31E6411CD}"/>
                  </a:ext>
                </a:extLst>
              </p:cNvPr>
              <p:cNvSpPr txBox="1"/>
              <p:nvPr/>
            </p:nvSpPr>
            <p:spPr>
              <a:xfrm>
                <a:off x="626565" y="1989000"/>
                <a:ext cx="36548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056307E9-BEB6-56E0-261F-21F31E6411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565" y="1989000"/>
                <a:ext cx="365485" cy="215444"/>
              </a:xfrm>
              <a:prstGeom prst="rect">
                <a:avLst/>
              </a:prstGeom>
              <a:blipFill>
                <a:blip r:embed="rId3"/>
                <a:stretch>
                  <a:fillRect l="-6667" r="-15000" b="-305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854D29DE-07AE-54C5-6A09-E9D689E08591}"/>
              </a:ext>
            </a:extLst>
          </p:cNvPr>
          <p:cNvCxnSpPr>
            <a:cxnSpLocks/>
            <a:stCxn id="36" idx="4"/>
          </p:cNvCxnSpPr>
          <p:nvPr/>
        </p:nvCxnSpPr>
        <p:spPr>
          <a:xfrm flipH="1">
            <a:off x="2839654" y="2427407"/>
            <a:ext cx="0" cy="1001592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EF89BA12-3F57-66FC-435A-9790022B0118}"/>
              </a:ext>
            </a:extLst>
          </p:cNvPr>
          <p:cNvSpPr/>
          <p:nvPr/>
        </p:nvSpPr>
        <p:spPr>
          <a:xfrm>
            <a:off x="1046480" y="2382700"/>
            <a:ext cx="1800000" cy="330200"/>
          </a:xfrm>
          <a:custGeom>
            <a:avLst/>
            <a:gdLst>
              <a:gd name="connsiteX0" fmla="*/ 0 w 1744134"/>
              <a:gd name="connsiteY0" fmla="*/ 636515 h 636515"/>
              <a:gd name="connsiteX1" fmla="*/ 474134 w 1744134"/>
              <a:gd name="connsiteY1" fmla="*/ 1515 h 636515"/>
              <a:gd name="connsiteX2" fmla="*/ 1083734 w 1744134"/>
              <a:gd name="connsiteY2" fmla="*/ 450248 h 636515"/>
              <a:gd name="connsiteX3" fmla="*/ 1557867 w 1744134"/>
              <a:gd name="connsiteY3" fmla="*/ 145448 h 636515"/>
              <a:gd name="connsiteX4" fmla="*/ 1744134 w 1744134"/>
              <a:gd name="connsiteY4" fmla="*/ 86181 h 636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44134" h="636515">
                <a:moveTo>
                  <a:pt x="0" y="636515"/>
                </a:moveTo>
                <a:cubicBezTo>
                  <a:pt x="146756" y="334537"/>
                  <a:pt x="293512" y="32559"/>
                  <a:pt x="474134" y="1515"/>
                </a:cubicBezTo>
                <a:cubicBezTo>
                  <a:pt x="654756" y="-29529"/>
                  <a:pt x="903112" y="426259"/>
                  <a:pt x="1083734" y="450248"/>
                </a:cubicBezTo>
                <a:cubicBezTo>
                  <a:pt x="1264356" y="474237"/>
                  <a:pt x="1447800" y="206126"/>
                  <a:pt x="1557867" y="145448"/>
                </a:cubicBezTo>
                <a:cubicBezTo>
                  <a:pt x="1667934" y="84770"/>
                  <a:pt x="1706034" y="85475"/>
                  <a:pt x="1744134" y="86181"/>
                </a:cubicBezTo>
              </a:path>
            </a:pathLst>
          </a:cu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A69997A-B4BB-3B9D-DB19-174F220F569A}"/>
              </a:ext>
            </a:extLst>
          </p:cNvPr>
          <p:cNvCxnSpPr>
            <a:cxnSpLocks/>
            <a:stCxn id="36" idx="2"/>
          </p:cNvCxnSpPr>
          <p:nvPr/>
        </p:nvCxnSpPr>
        <p:spPr>
          <a:xfrm>
            <a:off x="2164927" y="2616272"/>
            <a:ext cx="0" cy="821195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684AEDFB-01B1-6FBF-D4E9-4FDA71819579}"/>
                  </a:ext>
                </a:extLst>
              </p:cNvPr>
              <p:cNvSpPr txBox="1"/>
              <p:nvPr/>
            </p:nvSpPr>
            <p:spPr>
              <a:xfrm>
                <a:off x="2077073" y="3437466"/>
                <a:ext cx="16639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43" name="ZoneTexte 42">
                <a:extLst>
                  <a:ext uri="{FF2B5EF4-FFF2-40B4-BE49-F238E27FC236}">
                    <a16:creationId xmlns:a16="http://schemas.microsoft.com/office/drawing/2014/main" id="{684AEDFB-01B1-6FBF-D4E9-4FDA71819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073" y="3437466"/>
                <a:ext cx="166392" cy="215444"/>
              </a:xfrm>
              <a:prstGeom prst="rect">
                <a:avLst/>
              </a:prstGeom>
              <a:blipFill>
                <a:blip r:embed="rId4"/>
                <a:stretch>
                  <a:fillRect l="-25926" r="-3704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594B3595-E03C-3700-8DE2-33B9C8A8992E}"/>
                  </a:ext>
                </a:extLst>
              </p:cNvPr>
              <p:cNvSpPr txBox="1"/>
              <p:nvPr/>
            </p:nvSpPr>
            <p:spPr>
              <a:xfrm>
                <a:off x="1102131" y="2678974"/>
                <a:ext cx="957634" cy="5543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594B3595-E03C-3700-8DE2-33B9C8A89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131" y="2678974"/>
                <a:ext cx="957634" cy="5543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38648722-E4E7-761D-FE10-FB469EEA76E1}"/>
              </a:ext>
            </a:extLst>
          </p:cNvPr>
          <p:cNvCxnSpPr>
            <a:cxnSpLocks/>
          </p:cNvCxnSpPr>
          <p:nvPr/>
        </p:nvCxnSpPr>
        <p:spPr>
          <a:xfrm>
            <a:off x="2410461" y="2556267"/>
            <a:ext cx="0" cy="881199"/>
          </a:xfrm>
          <a:prstGeom prst="line">
            <a:avLst/>
          </a:prstGeom>
          <a:noFill/>
          <a:ln>
            <a:solidFill>
              <a:schemeClr val="accent2">
                <a:lumMod val="50000"/>
              </a:schemeClr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A321FB9D-99FD-0066-73F2-D63B9B301AA1}"/>
                  </a:ext>
                </a:extLst>
              </p:cNvPr>
              <p:cNvSpPr txBox="1"/>
              <p:nvPr/>
            </p:nvSpPr>
            <p:spPr>
              <a:xfrm>
                <a:off x="2310334" y="3434096"/>
                <a:ext cx="33631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A321FB9D-99FD-0066-73F2-D63B9B301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0334" y="3434096"/>
                <a:ext cx="336311" cy="215444"/>
              </a:xfrm>
              <a:prstGeom prst="rect">
                <a:avLst/>
              </a:prstGeom>
              <a:blipFill>
                <a:blip r:embed="rId6"/>
                <a:stretch>
                  <a:fillRect l="-12727" r="-3636" b="-13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541CD644-1E76-4539-0503-49942037516E}"/>
                  </a:ext>
                </a:extLst>
              </p:cNvPr>
              <p:cNvSpPr txBox="1"/>
              <p:nvPr/>
            </p:nvSpPr>
            <p:spPr>
              <a:xfrm>
                <a:off x="2267677" y="2230589"/>
                <a:ext cx="36445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541CD644-1E76-4539-0503-499420375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677" y="2230589"/>
                <a:ext cx="364459" cy="215444"/>
              </a:xfrm>
              <a:prstGeom prst="rect">
                <a:avLst/>
              </a:prstGeom>
              <a:blipFill>
                <a:blip r:embed="rId7"/>
                <a:stretch>
                  <a:fillRect l="-8333" r="-3333" b="-142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408182C4-13A6-E951-B35B-8261278FF6C0}"/>
                  </a:ext>
                </a:extLst>
              </p:cNvPr>
              <p:cNvSpPr txBox="1"/>
              <p:nvPr/>
            </p:nvSpPr>
            <p:spPr>
              <a:xfrm>
                <a:off x="1937189" y="2293921"/>
                <a:ext cx="19454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408182C4-13A6-E951-B35B-8261278FF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7189" y="2293921"/>
                <a:ext cx="194540" cy="215444"/>
              </a:xfrm>
              <a:prstGeom prst="rect">
                <a:avLst/>
              </a:prstGeom>
              <a:blipFill>
                <a:blip r:embed="rId8"/>
                <a:stretch>
                  <a:fillRect l="-15625" r="-3125" b="-13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765A5CD-ED12-2FFE-F9D2-6EBDC4AFA3E8}"/>
                  </a:ext>
                </a:extLst>
              </p:cNvPr>
              <p:cNvSpPr txBox="1"/>
              <p:nvPr/>
            </p:nvSpPr>
            <p:spPr>
              <a:xfrm>
                <a:off x="4420226" y="4542036"/>
                <a:ext cx="3561295" cy="6737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4"/>
                                </m:r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p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≃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4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765A5CD-ED12-2FFE-F9D2-6EBDC4AFA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226" y="4542036"/>
                <a:ext cx="3561295" cy="6737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Trapèze 52">
            <a:extLst>
              <a:ext uri="{FF2B5EF4-FFF2-40B4-BE49-F238E27FC236}">
                <a16:creationId xmlns:a16="http://schemas.microsoft.com/office/drawing/2014/main" id="{F09634BB-9CBA-FB01-D468-B7D092645A28}"/>
              </a:ext>
            </a:extLst>
          </p:cNvPr>
          <p:cNvSpPr/>
          <p:nvPr/>
        </p:nvSpPr>
        <p:spPr>
          <a:xfrm>
            <a:off x="5572273" y="2282421"/>
            <a:ext cx="1968863" cy="973667"/>
          </a:xfrm>
          <a:prstGeom prst="trapezoid">
            <a:avLst>
              <a:gd name="adj" fmla="val 2604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6428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</Words>
  <Application>Microsoft Office PowerPoint</Application>
  <PresentationFormat>Grand écran</PresentationFormat>
  <Paragraphs>67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20</cp:revision>
  <dcterms:created xsi:type="dcterms:W3CDTF">2023-01-07T06:53:44Z</dcterms:created>
  <dcterms:modified xsi:type="dcterms:W3CDTF">2025-11-13T21:24:50Z</dcterms:modified>
</cp:coreProperties>
</file>